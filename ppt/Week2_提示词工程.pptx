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a768d3c5484042" /><Relationship Type="http://schemas.openxmlformats.org/officeDocument/2006/relationships/extended-properties" Target="/docProps/app.xml" Id="R0e5db8cc91174600" /><Relationship Type="http://schemas.openxmlformats.org/officeDocument/2006/relationships/officeDocument" Target="/ppt/presentation.xml" Id="Rf6de928fb7d341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350df6883b4b60"/>
  </p:sldMasterIdLst>
  <p:notesMasterIdLst>
    <p:notesMasterId xmlns:r="http://schemas.openxmlformats.org/officeDocument/2006/relationships" r:id="R29ca914097d74edc"/>
  </p:notesMasterIdLst>
  <p:sldIdLst>
    <p:sldId xmlns:r="http://schemas.openxmlformats.org/officeDocument/2006/relationships" id="256" r:id="R9f30998c517e428e"/>
    <p:sldId xmlns:r="http://schemas.openxmlformats.org/officeDocument/2006/relationships" id="257" r:id="R5973de049945425b"/>
    <p:sldId xmlns:r="http://schemas.openxmlformats.org/officeDocument/2006/relationships" id="258" r:id="Re25ce0b2b971406b"/>
    <p:sldId xmlns:r="http://schemas.openxmlformats.org/officeDocument/2006/relationships" id="259" r:id="Rd0e8f97f114c4ce4"/>
    <p:sldId xmlns:r="http://schemas.openxmlformats.org/officeDocument/2006/relationships" id="260" r:id="R411fed96222f46ac"/>
    <p:sldId xmlns:r="http://schemas.openxmlformats.org/officeDocument/2006/relationships" id="261" r:id="R4e8ec0191d5a4639"/>
    <p:sldId xmlns:r="http://schemas.openxmlformats.org/officeDocument/2006/relationships" id="262" r:id="R6d9aba6ea8dc4976"/>
    <p:sldId xmlns:r="http://schemas.openxmlformats.org/officeDocument/2006/relationships" id="263" r:id="R5436b83f48dd4759"/>
    <p:sldId xmlns:r="http://schemas.openxmlformats.org/officeDocument/2006/relationships" id="264" r:id="Rf86e7fe4f90f419b"/>
    <p:sldId xmlns:r="http://schemas.openxmlformats.org/officeDocument/2006/relationships" id="265" r:id="R629343c491a64ed6"/>
    <p:sldId xmlns:r="http://schemas.openxmlformats.org/officeDocument/2006/relationships" id="266" r:id="Rc151516a86d54eb6"/>
    <p:sldId xmlns:r="http://schemas.openxmlformats.org/officeDocument/2006/relationships" id="267" r:id="R94d3d395060846d8"/>
    <p:sldId xmlns:r="http://schemas.openxmlformats.org/officeDocument/2006/relationships" id="268" r:id="R6c567e8e39754622"/>
    <p:sldId xmlns:r="http://schemas.openxmlformats.org/officeDocument/2006/relationships" id="269" r:id="R03737fbc544247a4"/>
    <p:sldId xmlns:r="http://schemas.openxmlformats.org/officeDocument/2006/relationships" id="270" r:id="R9c3f2e318c714e98"/>
    <p:sldId xmlns:r="http://schemas.openxmlformats.org/officeDocument/2006/relationships" id="271" r:id="Rd079ede6a1f34157"/>
    <p:sldId xmlns:r="http://schemas.openxmlformats.org/officeDocument/2006/relationships" id="272" r:id="Rc630d532233f4efc"/>
    <p:sldId xmlns:r="http://schemas.openxmlformats.org/officeDocument/2006/relationships" id="273" r:id="R8cf1f4c820694dc5"/>
    <p:sldId xmlns:r="http://schemas.openxmlformats.org/officeDocument/2006/relationships" id="274" r:id="R239f86619b9f4d3c"/>
    <p:sldId xmlns:r="http://schemas.openxmlformats.org/officeDocument/2006/relationships" id="275" r:id="R2daf3aecd3aa4c03"/>
    <p:sldId xmlns:r="http://schemas.openxmlformats.org/officeDocument/2006/relationships" id="276" r:id="Rc0448a87c80a4d64"/>
    <p:sldId xmlns:r="http://schemas.openxmlformats.org/officeDocument/2006/relationships" id="277" r:id="R817c771431054d1b"/>
    <p:sldId xmlns:r="http://schemas.openxmlformats.org/officeDocument/2006/relationships" id="278" r:id="R3fd2715f58d541ee"/>
    <p:sldId xmlns:r="http://schemas.openxmlformats.org/officeDocument/2006/relationships" id="279" r:id="Rc6f2738f1daf45c3"/>
    <p:sldId xmlns:r="http://schemas.openxmlformats.org/officeDocument/2006/relationships" id="280" r:id="R6a553b192d034354"/>
    <p:sldId xmlns:r="http://schemas.openxmlformats.org/officeDocument/2006/relationships" id="281" r:id="R50db762bf2e44e81"/>
    <p:sldId xmlns:r="http://schemas.openxmlformats.org/officeDocument/2006/relationships" id="282" r:id="Rc6219050d8844f3f"/>
    <p:sldId xmlns:r="http://schemas.openxmlformats.org/officeDocument/2006/relationships" id="283" r:id="R816008cb81604b87"/>
    <p:sldId xmlns:r="http://schemas.openxmlformats.org/officeDocument/2006/relationships" id="284" r:id="R51a7eb4e192c4d2e"/>
    <p:sldId xmlns:r="http://schemas.openxmlformats.org/officeDocument/2006/relationships" id="285" r:id="Ra7ab800b41864f54"/>
    <p:sldId xmlns:r="http://schemas.openxmlformats.org/officeDocument/2006/relationships" id="286" r:id="Rdcbce2a73c874990"/>
    <p:sldId xmlns:r="http://schemas.openxmlformats.org/officeDocument/2006/relationships" id="287" r:id="R7d1982d0f1fc45e0"/>
    <p:sldId xmlns:r="http://schemas.openxmlformats.org/officeDocument/2006/relationships" id="288" r:id="R6f2d55dfd5bf4d58"/>
    <p:sldId xmlns:r="http://schemas.openxmlformats.org/officeDocument/2006/relationships" id="289" r:id="R0b1dde0ddf904df1"/>
    <p:sldId xmlns:r="http://schemas.openxmlformats.org/officeDocument/2006/relationships" id="290" r:id="R860d7d50fd064527"/>
    <p:sldId xmlns:r="http://schemas.openxmlformats.org/officeDocument/2006/relationships" id="291" r:id="Rbbded7fad06046fd"/>
    <p:sldId xmlns:r="http://schemas.openxmlformats.org/officeDocument/2006/relationships" id="292" r:id="Rd2f13005e4c741ad"/>
    <p:sldId xmlns:r="http://schemas.openxmlformats.org/officeDocument/2006/relationships" id="293" r:id="Rf96daa61b7ec4618"/>
    <p:sldId xmlns:r="http://schemas.openxmlformats.org/officeDocument/2006/relationships" id="294" r:id="Rf622662aee2747e4"/>
    <p:sldId xmlns:r="http://schemas.openxmlformats.org/officeDocument/2006/relationships" id="295" r:id="R1f90430d21294dbf"/>
    <p:sldId xmlns:r="http://schemas.openxmlformats.org/officeDocument/2006/relationships" id="296" r:id="R6760140afb6b44cf"/>
    <p:sldId xmlns:r="http://schemas.openxmlformats.org/officeDocument/2006/relationships" id="297" r:id="R59e38dbc25af469a"/>
    <p:sldId xmlns:r="http://schemas.openxmlformats.org/officeDocument/2006/relationships" id="298" r:id="Rb121b3f6bc26455c"/>
    <p:sldId xmlns:r="http://schemas.openxmlformats.org/officeDocument/2006/relationships" id="299" r:id="R24c085dba71b425b"/>
    <p:sldId xmlns:r="http://schemas.openxmlformats.org/officeDocument/2006/relationships" id="300" r:id="R6814131acafb429b"/>
    <p:sldId xmlns:r="http://schemas.openxmlformats.org/officeDocument/2006/relationships" id="301" r:id="Rd262725c2dc548bf"/>
    <p:sldId xmlns:r="http://schemas.openxmlformats.org/officeDocument/2006/relationships" id="302" r:id="Rad93e714d71047c2"/>
    <p:sldId xmlns:r="http://schemas.openxmlformats.org/officeDocument/2006/relationships" id="303" r:id="R7475b80589134461"/>
    <p:sldId xmlns:r="http://schemas.openxmlformats.org/officeDocument/2006/relationships" id="304" r:id="R6983b3c78ff14b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87f8f32b374c6b" /><Relationship Type="http://schemas.openxmlformats.org/officeDocument/2006/relationships/slideMaster" Target="/ppt/slideMasters/slideMaster1.xml" Id="Rce350df6883b4b60" /><Relationship Type="http://schemas.openxmlformats.org/officeDocument/2006/relationships/notesMaster" Target="/ppt/notesMasters/notesMaster1.xml" Id="R29ca914097d74edc" /><Relationship Type="http://schemas.openxmlformats.org/officeDocument/2006/relationships/presProps" Target="/ppt/presProps.xml" Id="R2bcd4089779f4adb" /><Relationship Type="http://schemas.openxmlformats.org/officeDocument/2006/relationships/tableStyles" Target="/ppt/tableStyles.xml" Id="R45d4d391832d4562" /><Relationship Type="http://schemas.openxmlformats.org/officeDocument/2006/relationships/slide" Target="/ppt/slides/slide1.xml" Id="R9f30998c517e428e" /><Relationship Type="http://schemas.openxmlformats.org/officeDocument/2006/relationships/slide" Target="/ppt/slides/slide2.xml" Id="R5973de049945425b" /><Relationship Type="http://schemas.openxmlformats.org/officeDocument/2006/relationships/slide" Target="/ppt/slides/slide3.xml" Id="Re25ce0b2b971406b" /><Relationship Type="http://schemas.openxmlformats.org/officeDocument/2006/relationships/slide" Target="/ppt/slides/slide4.xml" Id="Rd0e8f97f114c4ce4" /><Relationship Type="http://schemas.openxmlformats.org/officeDocument/2006/relationships/slide" Target="/ppt/slides/slide5.xml" Id="R411fed96222f46ac" /><Relationship Type="http://schemas.openxmlformats.org/officeDocument/2006/relationships/slide" Target="/ppt/slides/slide6.xml" Id="R4e8ec0191d5a4639" /><Relationship Type="http://schemas.openxmlformats.org/officeDocument/2006/relationships/slide" Target="/ppt/slides/slide7.xml" Id="R6d9aba6ea8dc4976" /><Relationship Type="http://schemas.openxmlformats.org/officeDocument/2006/relationships/slide" Target="/ppt/slides/slide8.xml" Id="R5436b83f48dd4759" /><Relationship Type="http://schemas.openxmlformats.org/officeDocument/2006/relationships/slide" Target="/ppt/slides/slide9.xml" Id="Rf86e7fe4f90f419b" /><Relationship Type="http://schemas.openxmlformats.org/officeDocument/2006/relationships/slide" Target="/ppt/slides/slide10.xml" Id="R629343c491a64ed6" /><Relationship Type="http://schemas.openxmlformats.org/officeDocument/2006/relationships/slide" Target="/ppt/slides/slide11.xml" Id="Rc151516a86d54eb6" /><Relationship Type="http://schemas.openxmlformats.org/officeDocument/2006/relationships/slide" Target="/ppt/slides/slide12.xml" Id="R94d3d395060846d8" /><Relationship Type="http://schemas.openxmlformats.org/officeDocument/2006/relationships/slide" Target="/ppt/slides/slide13.xml" Id="R6c567e8e39754622" /><Relationship Type="http://schemas.openxmlformats.org/officeDocument/2006/relationships/slide" Target="/ppt/slides/slide14.xml" Id="R03737fbc544247a4" /><Relationship Type="http://schemas.openxmlformats.org/officeDocument/2006/relationships/slide" Target="/ppt/slides/slide15.xml" Id="R9c3f2e318c714e98" /><Relationship Type="http://schemas.openxmlformats.org/officeDocument/2006/relationships/slide" Target="/ppt/slides/slide16.xml" Id="Rd079ede6a1f34157" /><Relationship Type="http://schemas.openxmlformats.org/officeDocument/2006/relationships/slide" Target="/ppt/slides/slide17.xml" Id="Rc630d532233f4efc" /><Relationship Type="http://schemas.openxmlformats.org/officeDocument/2006/relationships/slide" Target="/ppt/slides/slide18.xml" Id="R8cf1f4c820694dc5" /><Relationship Type="http://schemas.openxmlformats.org/officeDocument/2006/relationships/slide" Target="/ppt/slides/slide19.xml" Id="R239f86619b9f4d3c" /><Relationship Type="http://schemas.openxmlformats.org/officeDocument/2006/relationships/slide" Target="/ppt/slides/slide20.xml" Id="R2daf3aecd3aa4c03" /><Relationship Type="http://schemas.openxmlformats.org/officeDocument/2006/relationships/slide" Target="/ppt/slides/slide21.xml" Id="Rc0448a87c80a4d64" /><Relationship Type="http://schemas.openxmlformats.org/officeDocument/2006/relationships/slide" Target="/ppt/slides/slide22.xml" Id="R817c771431054d1b" /><Relationship Type="http://schemas.openxmlformats.org/officeDocument/2006/relationships/slide" Target="/ppt/slides/slide23.xml" Id="R3fd2715f58d541ee" /><Relationship Type="http://schemas.openxmlformats.org/officeDocument/2006/relationships/slide" Target="/ppt/slides/slide24.xml" Id="Rc6f2738f1daf45c3" /><Relationship Type="http://schemas.openxmlformats.org/officeDocument/2006/relationships/slide" Target="/ppt/slides/slide25.xml" Id="R6a553b192d034354" /><Relationship Type="http://schemas.openxmlformats.org/officeDocument/2006/relationships/slide" Target="/ppt/slides/slide26.xml" Id="R50db762bf2e44e81" /><Relationship Type="http://schemas.openxmlformats.org/officeDocument/2006/relationships/slide" Target="/ppt/slides/slide27.xml" Id="Rc6219050d8844f3f" /><Relationship Type="http://schemas.openxmlformats.org/officeDocument/2006/relationships/slide" Target="/ppt/slides/slide28.xml" Id="R816008cb81604b87" /><Relationship Type="http://schemas.openxmlformats.org/officeDocument/2006/relationships/slide" Target="/ppt/slides/slide29.xml" Id="R51a7eb4e192c4d2e" /><Relationship Type="http://schemas.openxmlformats.org/officeDocument/2006/relationships/slide" Target="/ppt/slides/slide30.xml" Id="Ra7ab800b41864f54" /><Relationship Type="http://schemas.openxmlformats.org/officeDocument/2006/relationships/slide" Target="/ppt/slides/slide31.xml" Id="Rdcbce2a73c874990" /><Relationship Type="http://schemas.openxmlformats.org/officeDocument/2006/relationships/slide" Target="/ppt/slides/slide32.xml" Id="R7d1982d0f1fc45e0" /><Relationship Type="http://schemas.openxmlformats.org/officeDocument/2006/relationships/slide" Target="/ppt/slides/slide33.xml" Id="R6f2d55dfd5bf4d58" /><Relationship Type="http://schemas.openxmlformats.org/officeDocument/2006/relationships/slide" Target="/ppt/slides/slide34.xml" Id="R0b1dde0ddf904df1" /><Relationship Type="http://schemas.openxmlformats.org/officeDocument/2006/relationships/slide" Target="/ppt/slides/slide35.xml" Id="R860d7d50fd064527" /><Relationship Type="http://schemas.openxmlformats.org/officeDocument/2006/relationships/slide" Target="/ppt/slides/slide36.xml" Id="Rbbded7fad06046fd" /><Relationship Type="http://schemas.openxmlformats.org/officeDocument/2006/relationships/slide" Target="/ppt/slides/slide37.xml" Id="Rd2f13005e4c741ad" /><Relationship Type="http://schemas.openxmlformats.org/officeDocument/2006/relationships/slide" Target="/ppt/slides/slide38.xml" Id="Rf96daa61b7ec4618" /><Relationship Type="http://schemas.openxmlformats.org/officeDocument/2006/relationships/slide" Target="/ppt/slides/slide39.xml" Id="Rf622662aee2747e4" /><Relationship Type="http://schemas.openxmlformats.org/officeDocument/2006/relationships/slide" Target="/ppt/slides/slide40.xml" Id="R1f90430d21294dbf" /><Relationship Type="http://schemas.openxmlformats.org/officeDocument/2006/relationships/slide" Target="/ppt/slides/slide41.xml" Id="R6760140afb6b44cf" /><Relationship Type="http://schemas.openxmlformats.org/officeDocument/2006/relationships/slide" Target="/ppt/slides/slide42.xml" Id="R59e38dbc25af469a" /><Relationship Type="http://schemas.openxmlformats.org/officeDocument/2006/relationships/slide" Target="/ppt/slides/slide43.xml" Id="Rb121b3f6bc26455c" /><Relationship Type="http://schemas.openxmlformats.org/officeDocument/2006/relationships/slide" Target="/ppt/slides/slide44.xml" Id="R24c085dba71b425b" /><Relationship Type="http://schemas.openxmlformats.org/officeDocument/2006/relationships/slide" Target="/ppt/slides/slide45.xml" Id="R6814131acafb429b" /><Relationship Type="http://schemas.openxmlformats.org/officeDocument/2006/relationships/slide" Target="/ppt/slides/slide46.xml" Id="Rd262725c2dc548bf" /><Relationship Type="http://schemas.openxmlformats.org/officeDocument/2006/relationships/slide" Target="/ppt/slides/slide47.xml" Id="Rad93e714d71047c2" /><Relationship Type="http://schemas.openxmlformats.org/officeDocument/2006/relationships/slide" Target="/ppt/slides/slide48.xml" Id="R7475b80589134461" /><Relationship Type="http://schemas.openxmlformats.org/officeDocument/2006/relationships/slide" Target="/ppt/slides/slide49.xml" Id="R6983b3c78ff14b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5c7204991e40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864da156514451" /><Relationship Type="http://schemas.openxmlformats.org/officeDocument/2006/relationships/notesMaster" Target="/ppt/notesMasters/notesMaster1.xml" Id="R3e6d0579da964b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f041a246c04d56" /><Relationship Type="http://schemas.openxmlformats.org/officeDocument/2006/relationships/notesMaster" Target="/ppt/notesMasters/notesMaster1.xml" Id="R359a281118c64f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b19e35d8844d5d" /><Relationship Type="http://schemas.openxmlformats.org/officeDocument/2006/relationships/notesMaster" Target="/ppt/notesMasters/notesMaster1.xml" Id="R802220945fe645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9c8ea952034fa9" /><Relationship Type="http://schemas.openxmlformats.org/officeDocument/2006/relationships/notesMaster" Target="/ppt/notesMasters/notesMaster1.xml" Id="Rf3848ce9a5594c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2b49a9742e4492" /><Relationship Type="http://schemas.openxmlformats.org/officeDocument/2006/relationships/notesMaster" Target="/ppt/notesMasters/notesMaster1.xml" Id="Rda4d6861c1224a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6c45af27a44ac5" /><Relationship Type="http://schemas.openxmlformats.org/officeDocument/2006/relationships/notesMaster" Target="/ppt/notesMasters/notesMaster1.xml" Id="R461cc50863ca46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e7ce6520d04b90" /><Relationship Type="http://schemas.openxmlformats.org/officeDocument/2006/relationships/notesMaster" Target="/ppt/notesMasters/notesMaster1.xml" Id="R414ba1eb0fc14a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a001635e934815" /><Relationship Type="http://schemas.openxmlformats.org/officeDocument/2006/relationships/notesMaster" Target="/ppt/notesMasters/notesMaster1.xml" Id="R7b0811a8b89849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af244fda454447" /><Relationship Type="http://schemas.openxmlformats.org/officeDocument/2006/relationships/notesMaster" Target="/ppt/notesMasters/notesMaster1.xml" Id="Ra82cefb4fca142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7db30dbbf74f60" /><Relationship Type="http://schemas.openxmlformats.org/officeDocument/2006/relationships/notesMaster" Target="/ppt/notesMasters/notesMaster1.xml" Id="R213bb0b1c2294c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fbb51f745a4457c" /><Relationship Type="http://schemas.openxmlformats.org/officeDocument/2006/relationships/notesMaster" Target="/ppt/notesMasters/notesMaster1.xml" Id="R7517a76d0c0147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7223b16d8544d2" /><Relationship Type="http://schemas.openxmlformats.org/officeDocument/2006/relationships/notesMaster" Target="/ppt/notesMasters/notesMaster1.xml" Id="Rcdb77a9b4cf342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6d06a594134f6e" /><Relationship Type="http://schemas.openxmlformats.org/officeDocument/2006/relationships/notesMaster" Target="/ppt/notesMasters/notesMaster1.xml" Id="R446cf1ddc17543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3356cbd68f4121" /><Relationship Type="http://schemas.openxmlformats.org/officeDocument/2006/relationships/notesMaster" Target="/ppt/notesMasters/notesMaster1.xml" Id="R83f45281f7da404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52283209fd4d88" /><Relationship Type="http://schemas.openxmlformats.org/officeDocument/2006/relationships/notesMaster" Target="/ppt/notesMasters/notesMaster1.xml" Id="Rf402792d482d43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561be6b2a0b4830" /><Relationship Type="http://schemas.openxmlformats.org/officeDocument/2006/relationships/notesMaster" Target="/ppt/notesMasters/notesMaster1.xml" Id="R2196bdeedf4346e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6e7b7678e74935" /><Relationship Type="http://schemas.openxmlformats.org/officeDocument/2006/relationships/notesMaster" Target="/ppt/notesMasters/notesMaster1.xml" Id="R56a2a473b53e4fc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288c7c965614f1b" /><Relationship Type="http://schemas.openxmlformats.org/officeDocument/2006/relationships/notesMaster" Target="/ppt/notesMasters/notesMaster1.xml" Id="R6aa7d4284eb64b9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32dfa5b1f7e4bb8" /><Relationship Type="http://schemas.openxmlformats.org/officeDocument/2006/relationships/notesMaster" Target="/ppt/notesMasters/notesMaster1.xml" Id="R6f681e1a14eb4c7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6c985c8216942f3" /><Relationship Type="http://schemas.openxmlformats.org/officeDocument/2006/relationships/notesMaster" Target="/ppt/notesMasters/notesMaster1.xml" Id="R61ef02debfdb496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691037ece444693" /><Relationship Type="http://schemas.openxmlformats.org/officeDocument/2006/relationships/notesMaster" Target="/ppt/notesMasters/notesMaster1.xml" Id="R9a50b74b893a4cb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fa8f6f07fbe4c06" /><Relationship Type="http://schemas.openxmlformats.org/officeDocument/2006/relationships/notesMaster" Target="/ppt/notesMasters/notesMaster1.xml" Id="Rf85128aafa49443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f71c70356944810" /><Relationship Type="http://schemas.openxmlformats.org/officeDocument/2006/relationships/notesMaster" Target="/ppt/notesMasters/notesMaster1.xml" Id="R7ee0a4bb394d433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6daad79b08d45cc" /><Relationship Type="http://schemas.openxmlformats.org/officeDocument/2006/relationships/notesMaster" Target="/ppt/notesMasters/notesMaster1.xml" Id="Rfa553bc00c72486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afac908b8064382" /><Relationship Type="http://schemas.openxmlformats.org/officeDocument/2006/relationships/notesMaster" Target="/ppt/notesMasters/notesMaster1.xml" Id="Ra8a12bd85f0d480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e55438ef05a47cf" /><Relationship Type="http://schemas.openxmlformats.org/officeDocument/2006/relationships/notesMaster" Target="/ppt/notesMasters/notesMaster1.xml" Id="R3a3df67789bc4b1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2d782f8b192456c" /><Relationship Type="http://schemas.openxmlformats.org/officeDocument/2006/relationships/notesMaster" Target="/ppt/notesMasters/notesMaster1.xml" Id="Rbcaf1caedca84d2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80af2bcfafe48bd" /><Relationship Type="http://schemas.openxmlformats.org/officeDocument/2006/relationships/notesMaster" Target="/ppt/notesMasters/notesMaster1.xml" Id="Ra8b6c2a8f7114e8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4ce77b982fb4bf3" /><Relationship Type="http://schemas.openxmlformats.org/officeDocument/2006/relationships/notesMaster" Target="/ppt/notesMasters/notesMaster1.xml" Id="R5a72643b0815462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092701c55994934" /><Relationship Type="http://schemas.openxmlformats.org/officeDocument/2006/relationships/notesMaster" Target="/ppt/notesMasters/notesMaster1.xml" Id="Re2a3ca5fcd994e4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402830234ac4688" /><Relationship Type="http://schemas.openxmlformats.org/officeDocument/2006/relationships/notesMaster" Target="/ppt/notesMasters/notesMaster1.xml" Id="R5b165d204c8445c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315dbc9554a49ca" /><Relationship Type="http://schemas.openxmlformats.org/officeDocument/2006/relationships/notesMaster" Target="/ppt/notesMasters/notesMaster1.xml" Id="Re804c02156f2496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952b8bc0e84c9b" /><Relationship Type="http://schemas.openxmlformats.org/officeDocument/2006/relationships/notesMaster" Target="/ppt/notesMasters/notesMaster1.xml" Id="R30f5001d1b1a4e8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cf771436bfd4903" /><Relationship Type="http://schemas.openxmlformats.org/officeDocument/2006/relationships/notesMaster" Target="/ppt/notesMasters/notesMaster1.xml" Id="R61f5ed14cd3b47d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0c983ecb3324f13" /><Relationship Type="http://schemas.openxmlformats.org/officeDocument/2006/relationships/notesMaster" Target="/ppt/notesMasters/notesMaster1.xml" Id="R093e6086c1064b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ca1fbeb80aa408c" /><Relationship Type="http://schemas.openxmlformats.org/officeDocument/2006/relationships/notesMaster" Target="/ppt/notesMasters/notesMaster1.xml" Id="Re67e489e302741e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4643a4fd62f4584" /><Relationship Type="http://schemas.openxmlformats.org/officeDocument/2006/relationships/notesMaster" Target="/ppt/notesMasters/notesMaster1.xml" Id="R1cad0e3cef7747e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060234e7aa74a12" /><Relationship Type="http://schemas.openxmlformats.org/officeDocument/2006/relationships/notesMaster" Target="/ppt/notesMasters/notesMaster1.xml" Id="R77b6679bb61147f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a7fed14165e4fa3" /><Relationship Type="http://schemas.openxmlformats.org/officeDocument/2006/relationships/notesMaster" Target="/ppt/notesMasters/notesMaster1.xml" Id="R89a594a7316747d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3c66f17a47f4741" /><Relationship Type="http://schemas.openxmlformats.org/officeDocument/2006/relationships/notesMaster" Target="/ppt/notesMasters/notesMaster1.xml" Id="R2d94d669c987412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72bd6b3299f458c" /><Relationship Type="http://schemas.openxmlformats.org/officeDocument/2006/relationships/notesMaster" Target="/ppt/notesMasters/notesMaster1.xml" Id="R9b0033b9bc6b41e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b5f5de70126486d" /><Relationship Type="http://schemas.openxmlformats.org/officeDocument/2006/relationships/notesMaster" Target="/ppt/notesMasters/notesMaster1.xml" Id="R894d120ac6f54e0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71d833ba16b40ec" /><Relationship Type="http://schemas.openxmlformats.org/officeDocument/2006/relationships/notesMaster" Target="/ppt/notesMasters/notesMaster1.xml" Id="Rd3d35a2d70da43e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0efe837d697493d" /><Relationship Type="http://schemas.openxmlformats.org/officeDocument/2006/relationships/notesMaster" Target="/ppt/notesMasters/notesMaster1.xml" Id="R9040cabd0b94429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4f98b09dcf74529" /><Relationship Type="http://schemas.openxmlformats.org/officeDocument/2006/relationships/notesMaster" Target="/ppt/notesMasters/notesMaster1.xml" Id="R135dfd0befbd427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4196b441c924b65" /><Relationship Type="http://schemas.openxmlformats.org/officeDocument/2006/relationships/notesMaster" Target="/ppt/notesMasters/notesMaster1.xml" Id="R6f35f703cb034f0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fd7f68cca0342e2" /><Relationship Type="http://schemas.openxmlformats.org/officeDocument/2006/relationships/notesMaster" Target="/ppt/notesMasters/notesMaster1.xml" Id="R3973c2d9eec2422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3bc41a8bc1d4a9b" /><Relationship Type="http://schemas.openxmlformats.org/officeDocument/2006/relationships/notesMaster" Target="/ppt/notesMasters/notesMaster1.xml" Id="R4ef2466941ed4ca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89bd2f8e5fd42cb" /><Relationship Type="http://schemas.openxmlformats.org/officeDocument/2006/relationships/notesMaster" Target="/ppt/notesMasters/notesMaster1.xml" Id="R4b1bdb1d73c141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本周学习如何把一次编码任务说清楚。课程重点不是记住一个固定模板，而是判断哪些信息会影响 Agent 的读取范围、修改行为、交付文件和验收结果。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介绍本周的六个部分。前三部分建立 Prompt 的基本结构，中间学习 Role、Few-shot 和 Step-by-step，后半部分把输出落到 Markdown、JSON、表格和代码文件，最后通过差异与验证改进 Prompt。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说明本周只学习如何表达一次任务。已知路径时可以直接写出文件名，不知道路径时可以先要求 Agent 检查工作区并定位文件。不要提前展开后续周次的完整方法。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Prompt 可以是一句简短指令，也可以是一份结构完整的任务说明。关键在于 Agent 能否从中确定要对工作区做什么，以及什么状态才算完成。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右侧 Prompt 增加了读取范围、目标方法、接口限制、边界行为和文档交付。这些信息会改变 Agent 的实际操作，因此应在任务中明确。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Prompt Engineering 的基本过程是提交初始要求，检查 Agent 实际修改了哪些文件和行为，再针对具体偏差修改 Prompt。如果目标文件已经正确，就不需要重写所有指令。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两个任务需要的信息量不同。拼写修正已经有明确路径和替换内容，而跨文件任务还要说明读取范围、比较维度、目标文件和修改边界。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这四项都会直接改变 Agent 的工作结果。任务动词决定是否修改文件，代码接口决定项目怎样调用新行为，边界条件决定异常输入的结果，交付形式决定修改落在什么位置。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‘看看’无法说明是解释、诊断、修改还是审查。改进后的 Prompt 使用读取、检查和汇报等明确动词，并写明不允许修改文件。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如果只说‘写一个函数’，Agent 需要自行猜测目标文件、函数名、参数、返回值和是否修改原列表。清楚的签名和数据行为可以保持项目中的调用关系。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空输入、重复值和未找到都可能有多种合理实现。如果这些行为会影响使用者，就应在 Prompt 中明确。不清楚时，可以先让 Agent 列出边界情况，再由人确定。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同一个代码问题可以是只读分析，也可以直接修改工作区。如果交付要求不清楚，Agent 可能只在消息中给出代码，或创建用户没有要求的说明文件。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五部分结构用于检查 Prompt 是否缺失会影响结果的信息。简单任务可以省略不影响结果的部分，熟练后也可以把五项合并为一段自然语言。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背景应说明项目环境、目录位置、现有功能和相关约定。判断标准很简单：这条信息是否会改变 Agent 的读取范围、实现方式或验收结果。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目标要说明对工作区完成什么。优先使用读取、定位、补全、修改、创建、更新和检查等具体动词。‘弄好’没有说明行为和完成标准。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工作区中已有文件时，直接给出路径通常比把整个文件复制到 Prompt 更稳定。样例用来补充抽象规则中的细节，例如重复元素时应返回第一个索引。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输出不只是消息中的文字。对编码 Agent 来说，主要交付物通常是工作区中的文件变化。指定路径、文件结构和汇报内容，可以减少 Agent 自行选择交付方式。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约束用于保护已有接口、限制修改范围并排除不可接受的方案。约束之间不能相互冲突。如果只允许修改一个函数体，就不能同时要求重构整个模块。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按顺序解释每一部分。背景限定项目和文件，目标给出行为，输入补充边界情况，输出指定交付文件，约束保护接口和修改范围。这是检查形式，不是必须永远保留的写作模板。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熟练后可以不再使用五个标题，只要 Agent 仍然能找到目标、输入、输出和约束。比较上一页和本页，两者的关键信息相同，差异只是组织方式。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Role Prompting 不是让 Agent 假装成一个人，而是用一个与任务相关的职责来限定检查重点和维护标准。角色必须与目标文件、任务行为和输出方式一起出现。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两个角色的读取对象、检查标准和交付文件不同。角色只有与目标、路径和交付方式结合时才能产生实际约束。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‘最厉害’和‘完美’没有转化为可检查的标准。有效角色应说明维护对象和质量标准，同时仍然要写清路径、行为、范围和交付。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Few-shot Prompting 可以直接在 Prompt 中提供少量样例，也可以让 Agent 读取工作区中的现有文件作为格式参考。示例不是越多越好，关键是相关、多样和正确。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资料来源（访问日期：2026-09-20）：</a:t>
            </a:r>
          </a:p>
          <a:p xmlns:a="http://schemas.openxmlformats.org/drawingml/2006/main">
            <a:r>
              <a:t>Anthropic Claude Code communications kit: https://code.claude.com/docs/en/communications-kit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示例应当与真实交付的文件类型和表达方式相同。README 的介绍段无法准确说明 CHANGELOG 条目的格式，而现有的变更条目可以直接告诉 Agent 需要模仿什么。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如果所有示例都只是奇数，Agent 可能把偶然特征当作规则。增加一个偶数示例可以说明分类边界。多样不意味着大量堆叠，而是覆盖会影响判断的主要类别。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Agent 会同时模仿示例的格式和内容。如果格式正确但结论错误，Few-shot 反而会稳定地传递错误。所以把某个文件当作示例之前，必须先校对。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Step-by-step 适合文件操作有依赖关系的任务。例如先确认接口，再修改实现，最后同步 README。它的目的是减少遗漏和顺序错误。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这个任务中，复杂度结论依赖对源文件的阅读，文档中的表格又依赖前面的结论。分步提示把这种依赖关系显示出来，同时清楚写明不能修改源代码。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简单任务已经有明确目标、路径和范围时，额外的步骤不会增加有效信息，反而会让 Prompt 更机械。只在顺序会影响结果时才使用分步提示。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用户需要的是可检查的文件变化、简洁的修改摘要和必要的验证结果。分步提示应要求可观察操作，无需让 Agent 输出冗长的内部思考。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输出格式是五部分中‘输出’的进一步规定。不只要说‘结构化输出’，还要说明目标文件、格式类型、内部结构、排列顺序和允许修改的范围。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Markdown 的价值是建立阅读层级。只说‘使用 Markdown’还不足够，因为 Agent 仍然需要自行决定目标文件、标题结构、列表类型和代码块语言。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JSON 面向程序读取，因此字段名和类型必须稳定。如果需要说明字段含义，应在文档中解释，或把说明设计成合法的字符串字段。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表格的优势是横向对齐相同属性。如果每个对象需要完整代码或多段解释，就不应把所有内容强行塞进表格。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代码输出要能直接进入现有项目。如果是维护任务，应要求 Agent 先读取目标文件，保持已经被调用的接口，并写明不能扩大的修改范围。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选择格式时先看交付物的使用者和下一步操作。文档供人阅读，JSON 供程序解析，表格用于比较，代码直接进入项目执行。不要因为某种格式更‘结构化’就默认选它。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这个任务的目标文件是 Markdown，文件内部又同时使用列表、代码块和表格。组合使用格式时，要写清主文件、每种嵌入格式的位置和用途，以及整体修改范围。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七个步骤按从任务核心到质量检查的顺序排列。先确定目标和必要背景，再补充输入、输出和约束。只有当角色、示例或分步会实际改善结果时，才按需加入。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资料来源（访问日期：2026-09-20）：</a:t>
            </a:r>
          </a:p>
          <a:p xmlns:a="http://schemas.openxmlformats.org/drawingml/2006/main">
            <a:r>
              <a:t>OpenAI Codex best practices: https://developers.openai.com/guides/best-practices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设计 Prompt 时先不要急着加入角色或复杂格式。先用一句话锁定主要目标，再加入会影响实现的版本、位置和接口边界，最后指定 Agent 需要读取的文件与关键输入特征。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输出要求说明文件变化和完成汇报，约束排除不可接受的实现方式。Role、Few-shot 和 Step-by-step 都是可选工具。如果 Agent 已能确定目标文件、行为、交付位置和验收方式，就不必把所有技巧都加进 Prompt。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四项检查可以在发送 Prompt 前快速完成。清楚关注 Agent 能否开始执行，相关关注是否存在噪声，具体关注是否能检查结果，一致关注指令之间是否相互冲突。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改进 Prompt 的关键是每次增加一类真正缺失的信息。V2 解决位置和基本行为，V3 解决输入与边界，V4 控制交付文件和修改范围。这种记录方式有助于确定哪项修改真正改善了结果。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这三类问题都会让 Agent 在开始前猜测关键决定。改进时分别补充可验收的行为、会改变实现的项目条件，以及可定位的真实输入。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输出不清会导致交付位置和文件结构不稳定，约束缺失会导致接口或修改范围变化。信息过多不会自动提高准确性，无关内容和冲突要求反而会降低稳定性。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示例、角色和分步都不是默认必需。只在它们能解决具体问题时才加入。格式要求应转化为目标文件、标题、字段、列和顺序等可检查条件。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‘改得不对’无法帮助 Agent 确定需要修正什么。有效反馈应说明当前实现在哪个边界不符合预期，并明确要保留的接口和已正确修改。逐步改进可以让每一次反馈的效果更容易检查。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这张检查表用于发送任务前的快速核对。不要把十二个问题全部复制到 Prompt 中。简单任务只需要清楚目标、范围和完成标准，复杂任务再逐项检查是否缺失关键信息。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</a:t>
            </a:r>
          </a:p>
          <a:p xmlns:a="http://schemas.openxmlformats.org/drawingml/2006/main">
            <a:r>
              <a:t>回顾本周三个核心。第一，五部分结构是检查清单，目的是让 Agent 能确定任务和边界。第二，Role、Few-shot 和 Step-by-step 只在它们解决具体问题时才加入。第三，Prompt 质量要通过实际文件变化、运行证据和人工审查判断。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7f26aa10e54c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58161d12af4ec8" /><Relationship Type="http://schemas.openxmlformats.org/officeDocument/2006/relationships/slideLayout" Target="/ppt/slideLayouts/slideLayout1.xml" Id="Rf8fbef683ec54d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fbef683ec54d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769c1a9ba417a" /><Relationship Type="http://schemas.openxmlformats.org/officeDocument/2006/relationships/image" Target="/ppt/media/image.png" Id="R793cf3c88d204227" /><Relationship Type="http://schemas.openxmlformats.org/officeDocument/2006/relationships/notesSlide" Target="/ppt/notesSlides/notesSlide1.xml" Id="R1cc9b3506e4d40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0eda3fbd14597" /><Relationship Type="http://schemas.openxmlformats.org/officeDocument/2006/relationships/notesSlide" Target="/ppt/notesSlides/notesSlide2.xml" Id="Rfed4e6d943034d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e981d0012478c" /><Relationship Type="http://schemas.openxmlformats.org/officeDocument/2006/relationships/notesSlide" Target="/ppt/notesSlides/notesSlide3.xml" Id="Radf6a1d09d044d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bbbb1398a488e" /><Relationship Type="http://schemas.openxmlformats.org/officeDocument/2006/relationships/notesSlide" Target="/ppt/notesSlides/notesSlide4.xml" Id="R332d5aedc94842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45b493f694e48" /><Relationship Type="http://schemas.openxmlformats.org/officeDocument/2006/relationships/notesSlide" Target="/ppt/notesSlides/notesSlide5.xml" Id="Rc2382f0afe404b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18f4c0e37441d" /><Relationship Type="http://schemas.openxmlformats.org/officeDocument/2006/relationships/notesSlide" Target="/ppt/notesSlides/notesSlide6.xml" Id="Re7bf4938e5c94f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1ba6a9e844f9b" /><Relationship Type="http://schemas.openxmlformats.org/officeDocument/2006/relationships/notesSlide" Target="/ppt/notesSlides/notesSlide7.xml" Id="R1934e598e1e14d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c5a8d75614d70" /><Relationship Type="http://schemas.openxmlformats.org/officeDocument/2006/relationships/notesSlide" Target="/ppt/notesSlides/notesSlide8.xml" Id="Ra061cf080a6f46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5334a8e9f4c53" /><Relationship Type="http://schemas.openxmlformats.org/officeDocument/2006/relationships/notesSlide" Target="/ppt/notesSlides/notesSlide9.xml" Id="R25e95885c9ac40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a1580c72e4554" /><Relationship Type="http://schemas.openxmlformats.org/officeDocument/2006/relationships/notesSlide" Target="/ppt/notesSlides/notesSlide10.xml" Id="Rd589c15ef02848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2b271188c4b49" /><Relationship Type="http://schemas.openxmlformats.org/officeDocument/2006/relationships/notesSlide" Target="/ppt/notesSlides/notesSlide11.xml" Id="R03c5ba4d6eb746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b99e18ecd4d6a" /><Relationship Type="http://schemas.openxmlformats.org/officeDocument/2006/relationships/notesSlide" Target="/ppt/notesSlides/notesSlide12.xml" Id="R417b5ef2916f44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c3f68d6ac48ec" /><Relationship Type="http://schemas.openxmlformats.org/officeDocument/2006/relationships/image" Target="/ppt/media/image2.png" Id="R3463277b846142a6" /><Relationship Type="http://schemas.openxmlformats.org/officeDocument/2006/relationships/notesSlide" Target="/ppt/notesSlides/notesSlide13.xml" Id="R4dab8d3d2fa145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90bc58f8447a4" /><Relationship Type="http://schemas.openxmlformats.org/officeDocument/2006/relationships/notesSlide" Target="/ppt/notesSlides/notesSlide14.xml" Id="Rbf5ea3853aa84c1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53ef95f7e4151" /><Relationship Type="http://schemas.openxmlformats.org/officeDocument/2006/relationships/notesSlide" Target="/ppt/notesSlides/notesSlide15.xml" Id="R3dfb51e355b94e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03a009ca04301" /><Relationship Type="http://schemas.openxmlformats.org/officeDocument/2006/relationships/notesSlide" Target="/ppt/notesSlides/notesSlide16.xml" Id="Rae1981a749854b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9e76eba5b4984" /><Relationship Type="http://schemas.openxmlformats.org/officeDocument/2006/relationships/notesSlide" Target="/ppt/notesSlides/notesSlide17.xml" Id="R8b2f13f4ccfa4a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1e8e85014486d" /><Relationship Type="http://schemas.openxmlformats.org/officeDocument/2006/relationships/notesSlide" Target="/ppt/notesSlides/notesSlide18.xml" Id="Rd73cd7fc4698419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8ce2182894c1b" /><Relationship Type="http://schemas.openxmlformats.org/officeDocument/2006/relationships/notesSlide" Target="/ppt/notesSlides/notesSlide19.xml" Id="R165c607715d548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6cf9135a84c9f" /><Relationship Type="http://schemas.openxmlformats.org/officeDocument/2006/relationships/notesSlide" Target="/ppt/notesSlides/notesSlide20.xml" Id="R04e0884f9c4247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c4d85abf04efd" /><Relationship Type="http://schemas.openxmlformats.org/officeDocument/2006/relationships/notesSlide" Target="/ppt/notesSlides/notesSlide21.xml" Id="Rab203b2488fb4cb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f96b377f64ac3" /><Relationship Type="http://schemas.openxmlformats.org/officeDocument/2006/relationships/notesSlide" Target="/ppt/notesSlides/notesSlide22.xml" Id="R630c3a7d57144b2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77fba8a674360" /><Relationship Type="http://schemas.openxmlformats.org/officeDocument/2006/relationships/notesSlide" Target="/ppt/notesSlides/notesSlide23.xml" Id="R48d09d419dec467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ca12c6a5e4d2f" /><Relationship Type="http://schemas.openxmlformats.org/officeDocument/2006/relationships/image" Target="/ppt/media/image3.png" Id="R9180df58073e42b2" /><Relationship Type="http://schemas.openxmlformats.org/officeDocument/2006/relationships/notesSlide" Target="/ppt/notesSlides/notesSlide24.xml" Id="Rcbaef7e4cff24ee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785c89e1ae4bfd" /><Relationship Type="http://schemas.openxmlformats.org/officeDocument/2006/relationships/notesSlide" Target="/ppt/notesSlides/notesSlide25.xml" Id="Rffb6a13bda0d4bf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b31590f03455c" /><Relationship Type="http://schemas.openxmlformats.org/officeDocument/2006/relationships/notesSlide" Target="/ppt/notesSlides/notesSlide26.xml" Id="Raa56fb0b6843411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7c6c901634c16" /><Relationship Type="http://schemas.openxmlformats.org/officeDocument/2006/relationships/notesSlide" Target="/ppt/notesSlides/notesSlide27.xml" Id="R9f219fab85a54b7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1bced55ca4605" /><Relationship Type="http://schemas.openxmlformats.org/officeDocument/2006/relationships/notesSlide" Target="/ppt/notesSlides/notesSlide28.xml" Id="R07643f1237a5448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04992d795494a" /><Relationship Type="http://schemas.openxmlformats.org/officeDocument/2006/relationships/notesSlide" Target="/ppt/notesSlides/notesSlide29.xml" Id="R0d38d648eb084d9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949a610c84f5b" /><Relationship Type="http://schemas.openxmlformats.org/officeDocument/2006/relationships/notesSlide" Target="/ppt/notesSlides/notesSlide30.xml" Id="R01171fda1b8c480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87776c1d384b1e" /><Relationship Type="http://schemas.openxmlformats.org/officeDocument/2006/relationships/notesSlide" Target="/ppt/notesSlides/notesSlide31.xml" Id="R91828d2acd66449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e59d0dfe948d9" /><Relationship Type="http://schemas.openxmlformats.org/officeDocument/2006/relationships/image" Target="/ppt/media/image4.png" Id="R5479b28757264c00" /><Relationship Type="http://schemas.openxmlformats.org/officeDocument/2006/relationships/notesSlide" Target="/ppt/notesSlides/notesSlide32.xml" Id="R83a93c757ae441b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6b551d2f444ee" /><Relationship Type="http://schemas.openxmlformats.org/officeDocument/2006/relationships/notesSlide" Target="/ppt/notesSlides/notesSlide33.xml" Id="R6c5948ad10074eb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5b80883dc49ef" /><Relationship Type="http://schemas.openxmlformats.org/officeDocument/2006/relationships/notesSlide" Target="/ppt/notesSlides/notesSlide34.xml" Id="R7b6f991c3cd043c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3e034e1504af2" /><Relationship Type="http://schemas.openxmlformats.org/officeDocument/2006/relationships/notesSlide" Target="/ppt/notesSlides/notesSlide35.xml" Id="Ra30063781c744f0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74b5d89024622" /><Relationship Type="http://schemas.openxmlformats.org/officeDocument/2006/relationships/notesSlide" Target="/ppt/notesSlides/notesSlide36.xml" Id="R4a2d12c59adc41f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fd55222794c37" /><Relationship Type="http://schemas.openxmlformats.org/officeDocument/2006/relationships/notesSlide" Target="/ppt/notesSlides/notesSlide37.xml" Id="R22e3294b3e1d4b5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3f73f8da7419f" /><Relationship Type="http://schemas.openxmlformats.org/officeDocument/2006/relationships/notesSlide" Target="/ppt/notesSlides/notesSlide38.xml" Id="R31aa3e257b514e5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2ea5d171245a3" /><Relationship Type="http://schemas.openxmlformats.org/officeDocument/2006/relationships/notesSlide" Target="/ppt/notesSlides/notesSlide39.xml" Id="Rf5fdf59a113246a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7abde98bc49c9" /><Relationship Type="http://schemas.openxmlformats.org/officeDocument/2006/relationships/notesSlide" Target="/ppt/notesSlides/notesSlide40.xml" Id="R77dfceb8a195457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6ecd40a3e4da7" /><Relationship Type="http://schemas.openxmlformats.org/officeDocument/2006/relationships/notesSlide" Target="/ppt/notesSlides/notesSlide41.xml" Id="Rd91394a8a8674e6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dc30aa9724eab" /><Relationship Type="http://schemas.openxmlformats.org/officeDocument/2006/relationships/notesSlide" Target="/ppt/notesSlides/notesSlide42.xml" Id="R58a5e0c7e394471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f9fe79ad94cc0" /><Relationship Type="http://schemas.openxmlformats.org/officeDocument/2006/relationships/image" Target="/ppt/media/image5.png" Id="R0a545a074e3c463a" /><Relationship Type="http://schemas.openxmlformats.org/officeDocument/2006/relationships/notesSlide" Target="/ppt/notesSlides/notesSlide43.xml" Id="R93205525d7964ce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3dd00560c4228" /><Relationship Type="http://schemas.openxmlformats.org/officeDocument/2006/relationships/notesSlide" Target="/ppt/notesSlides/notesSlide44.xml" Id="R5bf2ec2e7ecd4a0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bf35d9c474e24" /><Relationship Type="http://schemas.openxmlformats.org/officeDocument/2006/relationships/notesSlide" Target="/ppt/notesSlides/notesSlide45.xml" Id="Re113fb40df7b4d2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dc776a41343e5" /><Relationship Type="http://schemas.openxmlformats.org/officeDocument/2006/relationships/notesSlide" Target="/ppt/notesSlides/notesSlide46.xml" Id="Rcfa5ae4c2e6b406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b365364594781" /><Relationship Type="http://schemas.openxmlformats.org/officeDocument/2006/relationships/notesSlide" Target="/ppt/notesSlides/notesSlide47.xml" Id="R90fc23a568f14eb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d7efd57c44737" /><Relationship Type="http://schemas.openxmlformats.org/officeDocument/2006/relationships/notesSlide" Target="/ppt/notesSlides/notesSlide48.xml" Id="R2c8893b70f21405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16fec42ed460e" /><Relationship Type="http://schemas.openxmlformats.org/officeDocument/2006/relationships/notesSlide" Target="/ppt/notesSlides/notesSlide49.xml" Id="R43ca9b8a96e54a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6B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018D8-8E2E-42E2-B343-1B454173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EE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C2843-05DD-448D-B325-6970EF3F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1524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5400" b="1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5400" b="1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1E53A-1137-44F9-98FC-31905D44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4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提示词工程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322B9-D6DC-4773-91F9-B333B8C7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EE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6B039-50AB-45C2-858B-36D30DDD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5334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475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编码 Agent 的任务表达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475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与结果控制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88293-7430-4103-941F-17B27777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AI 人机协作课程  ·  第二周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cf3c88d204227"/>
          <a:stretch xmlns:a="http://schemas.openxmlformats.org/drawingml/2006/main"/>
        </p:blipFill>
        <p:spPr>
          <a:xfrm xmlns:a="http://schemas.openxmlformats.org/drawingml/2006/main">
            <a:off x="5810250" y="1508125"/>
            <a:ext cx="5905500" cy="393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4313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C73A14-37C9-411D-AB6C-3A50AE3F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45F3A-2DA0-4E19-ADBA-37D5D34B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WEEK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DBF1F-A58A-43DB-8FCC-A045B5A2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本周学习路线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56254-DC45-4165-8E08-AA718C78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AFC5C-A1BD-4E33-A0C4-A6BBD78B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57375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48943-9348-4E9F-809F-5B58320C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05075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36197-D82F-4ACF-80E9-5B23698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9082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基本概念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7752C-D1D3-44EA-8101-0996179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57375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58179-FA24-4706-8BE9-2CC68C4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05075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5B219-9805-4767-9497-0943194C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9082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的作用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E8803-FE23-4962-88CA-0F5BE48D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57375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0E1636-AAC2-4682-AB0B-3E5A1E48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05075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A203A-A761-4803-B6D3-101F891B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79082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五个组成部分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B1D10-EDA0-49A8-986E-23EB833E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100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F52BD-194D-4E13-B096-7BBB660C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57700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3BE4A-2F5C-432C-981E-51729B89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434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三种提示方法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2A4A0-0971-42E8-AE74-7A5FFAE5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562A0F-E5D3-4A77-B108-50F39791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57700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233A34-0D86-416E-A9BE-F3EF86A7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434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四种输出格式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7D9BA6-1862-471C-A62E-EE983426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8100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771BD9-C4C6-4520-A569-C0AEEF3D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57700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57310F-90F8-4F61-BCB6-0C3AFFE5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434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设计、检查与改进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0F3C9-EEA4-4191-B6DA-7006FC2B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所有示例都落到工作区文件、代码接口和修改范围</a:t>
            </a:r>
          </a:p>
        </p:txBody>
      </p:sp>
    </p:spTree>
    <p:extLst>
      <p:ext uri="{BB962C8B-B14F-4D97-AF65-F5344CB8AC3E}">
        <p14:creationId xmlns:p14="http://schemas.microsoft.com/office/powerpoint/2010/main" val="17511906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7DC8D-3089-4D9D-8EE5-560DBA1D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59B4E-2D24-4334-93C2-96E37F2C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00  章节导入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C91FB-C139-4FAB-9F87-5C88E2BC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本周边界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B1909-9D87-414E-9E91-D2DD2AB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A0E5BF-4903-4DFD-BFDB-60D14091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已知条件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75ADF-A70D-4389-A7E6-5906C8C8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4C638-E50E-4321-94E2-327C0305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Agent 已打开课程工作区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可在授权范围内读写文件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F46AA-6AED-4EFE-983D-9D82D15A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本周聚焦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CEF4D-BA91-48E0-98EE-F9B8BC9B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CCED7-2AA3-4C82-8A7D-946D6F9F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写清一次文件任务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指定目标、范围、输出与验收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CF837-E059-4391-B216-3D0F4A68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后续展开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41138-AB24-47A1-8F02-2220B5AD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AB1AC-7ACE-431B-B29F-DEC42E36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项目级上下文、工作流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工具调用、测试与代码审查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92DFD-BA88-4036-9F83-FE5EDDB6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Prompt 的效果会随模型、工作区和任务范围变化</a:t>
            </a:r>
          </a:p>
        </p:txBody>
      </p:sp>
    </p:spTree>
    <p:extLst>
      <p:ext uri="{BB962C8B-B14F-4D97-AF65-F5344CB8AC3E}">
        <p14:creationId xmlns:p14="http://schemas.microsoft.com/office/powerpoint/2010/main" val="10014617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3F70E8-B874-42B8-A620-B85C25EC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EB486-0A28-4A79-B6CF-11EE39A9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基本概念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CA9A7-7CFA-4957-974E-665E5E18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是什么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348FD-D1CC-402F-8ADE-8344C65E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ED8CE-0F2B-42C0-9146-C287845E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是用户交给编码 Agent 的任务说明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FC07C-0FE9-4A98-9819-81B9AA49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B7B7E-DD18-4A51-819E-655D6362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要读取的路径或工作区范围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70DB6-75E9-4831-A349-25ED9511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34612-DEF4-4255-AEC4-5C7E0721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要修改、创建或检查的目标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6199C-B50A-4342-8B15-710A8640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7EB90-F43F-41C5-8ECD-39A27C53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期望行为、限制条件和交付方式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EF93F-A4A9-49BE-AF8C-2D47289C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EE474-7B96-4D68-A438-FCFFA603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完成后需要汇报的结果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B95A3-8BDE-4354-971B-E50E217B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Prompt 的长度应服务于执行准确性</a:t>
            </a:r>
          </a:p>
        </p:txBody>
      </p:sp>
    </p:spTree>
    <p:extLst>
      <p:ext uri="{BB962C8B-B14F-4D97-AF65-F5344CB8AC3E}">
        <p14:creationId xmlns:p14="http://schemas.microsoft.com/office/powerpoint/2010/main" val="15070722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FEA21-3952-48B0-80D8-A6D8A303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5D82-BC67-4808-9AE5-4F7F563C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基本概念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DFAB0-0BDA-4FBF-80A9-1C73E87D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的信息量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062FB-E7CD-4CA2-B420-A6BF1A6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3ECA5-3E3B-4CBB-9BA7-D8B252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简短但含糊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97F70-E933-4043-A3EF-C4C09F37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6C959-6E74-46A9-AAF8-54CA3EA5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完善队列代码。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46BC16-ACB4-4AF4-AAFE-A99B2B7A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信息足以执行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06B0B-985B-4424-8E0C-6E67D274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F6E3B-07EE-4261-98D6-B3FBC80D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src/queue.py 和 README.md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补全 enqueue、dequeue 和 peek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保持现有方法签名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空队列抛出 IndexError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更新 README 中的使用示例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4090EA-B9D4-4379-9373-96693496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更长不一定更好，影响结果的信息才需要保留</a:t>
            </a:r>
          </a:p>
        </p:txBody>
      </p:sp>
    </p:spTree>
    <p:extLst>
      <p:ext uri="{BB962C8B-B14F-4D97-AF65-F5344CB8AC3E}">
        <p14:creationId xmlns:p14="http://schemas.microsoft.com/office/powerpoint/2010/main" val="4176726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FDBFE-6902-4E70-8E4F-ABA57CD2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4008A-15C0-4A80-858A-A31787D4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基本概念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ED742-37B0-4FAF-8983-B2A63528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Engineering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BDB1B-AFDA-4BC8-BDE1-95B44C3D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F695C-0D15-4FA2-92E0-10701A77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E3C1F-F4C5-4306-B009-2A18738A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D106C-B68E-4331-BAB4-C7612A8D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提交初始 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0B5BF4-1DDD-4284-9783-A61CD63B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52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F8424-2047-40CF-96B3-90D2CE1C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19375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C1A3A-D8C5-4326-9D60-4EBB9858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95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检查文件变化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4026E-D250-49F0-A723-B1A04B58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F9A81-2D76-4653-8A4A-33932BC7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19375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B3CB7-E3ED-4B36-8630-C65BE51C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95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找到具体偏差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5DC1CF-09DE-4768-A128-76ABD0E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952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4A407-E9DA-4671-ADEF-64281370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19375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B8E38-169D-4A02-BE6F-FEB32A0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95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只补充缺失信息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4E11B8-0C26-4F6B-9773-50B803FE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设计、比较和改进任务说明的方法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1F3CAE-C124-4D48-9274-2CFEB0BB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改进的对象是具体问题，不是盲目增加字数</a:t>
            </a:r>
          </a:p>
        </p:txBody>
      </p:sp>
    </p:spTree>
    <p:extLst>
      <p:ext uri="{BB962C8B-B14F-4D97-AF65-F5344CB8AC3E}">
        <p14:creationId xmlns:p14="http://schemas.microsoft.com/office/powerpoint/2010/main" val="346581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37494-E3CA-4BC3-9EA5-A2E5A9D1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F2850-617D-43F5-9BE0-3AA25113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  基本概念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52C0A-DE42-4E02-9F53-EDB3C053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没有固定万能句式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707E-4636-460C-9448-C184C148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82CCD-7A88-4DCB-91AA-A0F976B0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局部拼写修正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55579-FC4E-41DE-9B8B-3853FE45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B7B7B-F8C5-406E-A19D-07F664B5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将 README.md 第一个标题中的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Task Traker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改为 Task Tracker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只修改这一处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245E5-AAD3-481C-9F0E-9BCD87D4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跨文件文档任务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7338A-B2CE-4710-8941-C5E5B53D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2D1DC-7AEE-431B-A3F0-365D6483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读取三个数据结构实现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在指定文档新增对比表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统一复杂度表达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不修改源代码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22040-BD80-49BF-B5A5-9472DAF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Prompt 的结构由任务需要决定</a:t>
            </a:r>
          </a:p>
        </p:txBody>
      </p:sp>
    </p:spTree>
    <p:extLst>
      <p:ext uri="{BB962C8B-B14F-4D97-AF65-F5344CB8AC3E}">
        <p14:creationId xmlns:p14="http://schemas.microsoft.com/office/powerpoint/2010/main" val="9036099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E218B-01A5-46FB-A9DB-A936F8F9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5D114-BC9F-4C12-8B8A-0EFB413B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Prompt 的作用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86F67-86F1-428C-B364-E7A8395E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在编码 Agent 中的作用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B250F-644A-4F66-B5AC-60CECD8C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3E451-6C35-4ED4-A2A2-0E4637B5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任务理解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D7661-C8A3-4ADA-BA66-C9FA741D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6212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要解释、检查还是直接修改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51EB9-36A8-465C-9438-D489D653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0507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30817-6729-4A47-85DD-024449C6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代码接口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5EFB5-4877-4FF2-82A7-FE210DFF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文件、函数名、参数与返回值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D92E4-EF2C-4EF3-A83D-C0626922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76AED-2D35-4485-8EB3-2A9C2D25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边界行为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7F50E-7AB1-47A7-BF76-B03725B4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62375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空输入、重复值和未找到的处理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A4084-0FB9-48E2-99DC-FCA88B97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05325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BF7D87-9319-40D1-BB05-B1C37D38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交付形式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ED63C-EC23-4F1D-968C-45EC0642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修改现有文件、创建新文件或只给报告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C952A-8309-46E3-8EAC-E2C2845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Prompt 同时影响 Agent 的操作与最终文件</a:t>
            </a:r>
          </a:p>
        </p:txBody>
      </p:sp>
    </p:spTree>
    <p:extLst>
      <p:ext uri="{BB962C8B-B14F-4D97-AF65-F5344CB8AC3E}">
        <p14:creationId xmlns:p14="http://schemas.microsoft.com/office/powerpoint/2010/main" val="516944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5D3C5-3C9B-4A8B-8099-60424D02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5C902-581A-416C-8688-87666EC6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Prompt 的作用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B935E-03B7-4E96-A612-A0C190E7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任务动词决定工作边界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3A9A4-CBC3-477C-8557-4440D9E5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D8ACB-FD80-4E92-A97C-F7999845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含糊动词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7B263-E595-4B9A-9B1D-4650EC12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BBCC3-935C-49A7-8F7A-4A05B67E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看看 src/stack.py。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ACF43-5E8C-4803-9B43-2642911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可执行动词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7AF12-100F-4356-8B8C-BCA8740F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895D5-3B9D-4F32-B638-8CAC10C1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src/stack.py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检查 push 和 pop 的现有行为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只汇报空栈调用 pop 的结果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不修改文件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25372-8AFE-466D-A84E-42FA8212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读取、定位、修改、创建、更新和检查表示不同操作</a:t>
            </a:r>
          </a:p>
        </p:txBody>
      </p:sp>
    </p:spTree>
    <p:extLst>
      <p:ext uri="{BB962C8B-B14F-4D97-AF65-F5344CB8AC3E}">
        <p14:creationId xmlns:p14="http://schemas.microsoft.com/office/powerpoint/2010/main" val="958706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90658-60F6-4919-90D9-2B80786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22FAA-A0A0-4187-94BD-18882BE0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Prompt 的作用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C38E7-9A61-4B9C-A82F-B534BA89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决定代码接口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6DCED-1108-4CDC-B2AF-301895F3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098C6-55CE-4B3B-A993-1E0DB860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需要 Agent 猜测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4286FC-446A-4BA2-ABD3-F85CBA5C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FBF1F-84B8-4F60-94DC-1FCE6BFE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给项目增加反转列表函数。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730C0-AA89-4EA1-BD1F-96D55FAF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接口已确定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066C30-039C-4210-95A9-D762BA43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FA0F7-2B77-465E-911E-CC5F32D1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src/list_utils.py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在文件末尾新增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reverse_list(nums: list[int]) -&gt; list[int]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返回新的逆序列表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不修改传入的 nums</a:t>
            </a:r>
          </a:p>
        </p:txBody>
      </p:sp>
    </p:spTree>
    <p:extLst>
      <p:ext uri="{BB962C8B-B14F-4D97-AF65-F5344CB8AC3E}">
        <p14:creationId xmlns:p14="http://schemas.microsoft.com/office/powerpoint/2010/main" val="8510871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95705-A686-4104-8B64-36CD8FD0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D825A-32A8-41D6-BEC2-7378A54B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Prompt 的作用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B65E7-FE2B-4BE5-9ED5-F8AAF70E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决定边界行为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9CAA7-B228-4CF9-8490-735458CA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A0A56-8AC2-4085-BA55-693C1815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边界未说明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C016C-8F02-4859-8DF7-FB8BF1BA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89BE0-616D-4A4B-B9FD-B7F47538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补全 linear_search(nums, target)。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E23E4-97D8-4501-BA18-9D98288E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关键行为已写清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F3D54-53FF-4176-82CB-6FBD188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5E34F-4CB3-41C1-8C99-22DF59DA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保持现有签名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找到时返回第一次出现的索引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未找到时返回 -1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nums 为空时返回 -1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只修改目标函数</a:t>
            </a:r>
          </a:p>
        </p:txBody>
      </p:sp>
    </p:spTree>
    <p:extLst>
      <p:ext uri="{BB962C8B-B14F-4D97-AF65-F5344CB8AC3E}">
        <p14:creationId xmlns:p14="http://schemas.microsoft.com/office/powerpoint/2010/main" val="7561820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94FA8-CEE9-451B-AE2F-87A95C9A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A432D-CA81-4E7A-A14B-AA76F20C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  Prompt 的作用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03554-7D4A-417A-A477-6B04652F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决定交付形式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B1B7C-2634-4016-86FF-77397D7A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D626F-6498-40E7-8110-4B0D52D8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只读检查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5C876-4C88-434E-BF3E-D94BF95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5AB5B-353F-43E5-8B3D-3C01DCCC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只给出 src/search.py 的检查结论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不修改文件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C3830-7140-4763-A3DF-103AF598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直接编辑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06651-71E9-4948-92B5-F45B5EAD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23383-C6B8-44AB-B8AB-D36A9A91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修改 src/search.py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在 README.md 补充调用样例与复杂度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完成后列出修改文件和主要变化</a:t>
            </a:r>
          </a:p>
        </p:txBody>
      </p:sp>
    </p:spTree>
    <p:extLst>
      <p:ext uri="{BB962C8B-B14F-4D97-AF65-F5344CB8AC3E}">
        <p14:creationId xmlns:p14="http://schemas.microsoft.com/office/powerpoint/2010/main" val="947236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7DA5C-E122-41E8-9ECB-475B200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340CA-025C-4F70-862E-CA8C669E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4674E-DB2F-42D4-B6E5-19CD01A3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的五个基本组成部分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76C61-B617-47B2-B710-EAF875AA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CDDD8-C0B5-44D5-8110-2C4DA28A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背景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3587E-5527-4DAA-964C-88D62D0B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695450"/>
            <a:ext cx="457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项目环境与已有约定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31C6D-E025-46D0-ABF6-CCD1F237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目标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13FC2-4E5D-4ADB-A3D5-B6710A84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533650"/>
            <a:ext cx="457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最终要完成的行为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D1F9D-1E56-4FBD-8F58-349BF4FB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909F5-1726-40A3-9FD3-92895B07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71850"/>
            <a:ext cx="457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Agent 可读取的文件与样例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6CE7D-9935-4B39-879A-28FDA668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3FE2D-6BEA-499B-A981-ACD94AD9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10050"/>
            <a:ext cx="457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要修改或创建的交付物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93D4AC-070E-40DF-8FB6-7F4CB463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约束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0A103-BCD2-4497-80E3-F41E73F6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048250"/>
            <a:ext cx="457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允许和禁止的修改边界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3277b846142a6"/>
          <a:stretch xmlns:a="http://schemas.openxmlformats.org/drawingml/2006/main"/>
        </p:blipFill>
        <p:spPr>
          <a:xfrm xmlns:a="http://schemas.openxmlformats.org/drawingml/2006/main">
            <a:off x="7239000" y="2206625"/>
            <a:ext cx="4238625" cy="28257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512C1-5841-4E38-B8F5-7DEDF923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这五项是查漏清单，不要机械写成五个标题</a:t>
            </a:r>
          </a:p>
        </p:txBody>
      </p:sp>
    </p:spTree>
    <p:extLst>
      <p:ext uri="{BB962C8B-B14F-4D97-AF65-F5344CB8AC3E}">
        <p14:creationId xmlns:p14="http://schemas.microsoft.com/office/powerpoint/2010/main" val="10504852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9369B-AA93-450D-9498-42EB5BC0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04275-6A86-4E4F-8F61-3BCA433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6F548-7617-4A35-A658-1C7D8A46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背景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8B6A1-A807-409F-A8B8-50A5F0D1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E1103-CF8E-4EB0-92D1-79E8BC7B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会影响修改的背景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78DBD-BF29-49E8-BF3E-3E67242E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08292-CD72-4CAC-9B42-E1A90C55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当前工作区是 Python 3.12 数据结构项目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查找实现位于 src/search.py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公开函数已被 examples/ 调用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93C41-9EA3-42CF-881A-CF9DE35E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rPr>
              <a:t>与任务无关的背景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F83DD-CDDC-40D0-9435-385B8458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E57E1-D5AB-4105-8FC9-0BF57C79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学校历史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课程周数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当天天气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与当前文件修改无关的信息</a:t>
            </a:r>
          </a:p>
        </p:txBody>
      </p:sp>
    </p:spTree>
    <p:extLst>
      <p:ext uri="{BB962C8B-B14F-4D97-AF65-F5344CB8AC3E}">
        <p14:creationId xmlns:p14="http://schemas.microsoft.com/office/powerpoint/2010/main" val="2068443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23AC7-0BA4-4F97-B98C-D48380C7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3681D-2DE0-4C27-9B0A-0861F91B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64B6D-34E9-490E-BF38-4D4D2627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目标 Goal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AC0BA-D1FC-45C5-8A67-F8B17A3F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1B684-A272-4CB5-B9E4-F3B2EF9B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含糊目标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5C9B8-6F93-4728-94A2-29BCA4C2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FA622-E86E-4569-A74A-B904A8A8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把搜索功能弄好。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64055-FB26-48AC-80DB-6FC95FE9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可验收目标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E4288-255D-4FC3-965B-A7199540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3D4D9-E703-43D6-8F99-B3A2448C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补全 src/search.py 中的 linear_search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返回 target 第一次出现的索引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未找到时返回 -1</a:t>
            </a:r>
          </a:p>
        </p:txBody>
      </p:sp>
    </p:spTree>
    <p:extLst>
      <p:ext uri="{BB962C8B-B14F-4D97-AF65-F5344CB8AC3E}">
        <p14:creationId xmlns:p14="http://schemas.microsoft.com/office/powerpoint/2010/main" val="18811487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D4DED-0F0A-4166-ACEA-CD42EBC9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ECEFB-387C-492E-9B17-BD55472F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8EB80-D0A8-450F-A638-A18EEC8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输入 Input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D52E0-AB8D-4AD0-BC69-5EDEDD8D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A3AE2-43A9-4FB5-BB16-2169215E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输入是 Agent 完成任务时可以读取的工作区材料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98930-B5C6-4768-91ED-3DDEBA93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60785-8228-4B26-8E88-BD137DBD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文件路径、目录与现有代码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3C145-D8F2-4D88-9E70-80CFDEE3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D8955-4C8D-49E5-9006-A8EC9F41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错误日志、配置文件和接口契约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1517D-22D1-4AC6-B0B3-C6DE0F1D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029AA-5143-4D19-BB09-DA4335A0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真实的输入输出样例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ED467C-FA1D-4CBE-8234-D8F9A0C8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C3DB4-E6F6-4ADC-9C17-DF1A49E2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会影响行为的空值、重复值和负数等情况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EE8C9-1F24-4631-A43D-E2222889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输入应该可定位、可读取、与当前任务直接相关</a:t>
            </a:r>
          </a:p>
        </p:txBody>
      </p:sp>
    </p:spTree>
    <p:extLst>
      <p:ext uri="{BB962C8B-B14F-4D97-AF65-F5344CB8AC3E}">
        <p14:creationId xmlns:p14="http://schemas.microsoft.com/office/powerpoint/2010/main" val="11266675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BE51E-13B5-4CF3-83B2-5900BBBA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A8076-1889-470A-B939-B4FC47E1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DA7F9-4D1A-4D5F-8C8B-57EBCFB8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输出 Output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29FF3-F560-402B-B887-6886577E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026E6-D8A1-460B-BDEA-BE5C664F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输出说明最终要修改或创建什么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EC4A1-FB16-460C-BB1C-B50BBC21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B49451-7F27-4EF5-81CD-2C3F8343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目标文件的路径和文件类型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1C78A-A001-462F-B1A7-FA652253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E5A4A1-73C0-4670-A6DC-5865A822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文件内必须包含的标题、字段、列或代码接口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7A60A7-CDDC-46CE-80AF-7BFF75BB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7A1D5-660D-4E33-86A0-B36942FB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直接编辑现有文件，还是创建新文件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94F6E-C245-423E-8340-62557694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D7A82-E388-43E1-957D-25359645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完成后需要汇报的修改和验证结果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E477AF-1DA2-480A-AC8C-47424B64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输出要求要能与最终文件一一对照</a:t>
            </a:r>
          </a:p>
        </p:txBody>
      </p:sp>
    </p:spTree>
    <p:extLst>
      <p:ext uri="{BB962C8B-B14F-4D97-AF65-F5344CB8AC3E}">
        <p14:creationId xmlns:p14="http://schemas.microsoft.com/office/powerpoint/2010/main" val="18330397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641A1-1228-44D8-956F-07C7B67B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19CA4-B4B6-46C4-A285-E4BB7D0F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EA561-1F5E-4FAF-A4F7-C847F7E0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约束 Constraints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C797C-AC7A-4C8A-9F6A-869D51AA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38EA9-4B93-4573-A199-F41C6996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具体且一致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67149-C199-45EC-99A7-EC783A6C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12232-0272-4819-8864-7F2CCFD6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使用 Python 3.12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不使用 list.index()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保持函数签名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只修改 src/search.py 和 README.md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不重命名或移动文件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95E87-913E-4AB6-8637-682263C1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rPr>
              <a:t>相互冲突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62E8A-DEEE-4D8A-B18A-37748714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2F2A1-2CC4-4ABC-8A76-B946B1CC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重构整个搜索模块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同时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只允许修改 linear_search 函数体</a:t>
            </a:r>
          </a:p>
        </p:txBody>
      </p:sp>
    </p:spTree>
    <p:extLst>
      <p:ext uri="{BB962C8B-B14F-4D97-AF65-F5344CB8AC3E}">
        <p14:creationId xmlns:p14="http://schemas.microsoft.com/office/powerpoint/2010/main" val="6178473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3E31F-5480-42B9-8547-CAB9BD89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B9070-AF38-4815-8BE0-C95BCBAB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09A91-6FE1-4CFE-B70E-34AE6B89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五部分完整示例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C6FF8-6CD7-4540-8348-3E76C52E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3E29E-B1FF-4883-A1D2-15E2A1D1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043940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9525">
            <a:solidFill>
              <a:srgbClr val="BBD9C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08BDD-D2F0-4063-AEF0-8B41B161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9791700" cy="3190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背景：Python 3.12 数据结构项目，查找实现位于 src/search.py。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目标：补全 linear_search，返回 target 第一次出现的索引，未找到返回 -1。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输入：num 可能为空、包含重复值或负数，target 是整数。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输出：编辑 src/search.py，更新 README.md 中的三组样例和复杂度。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约束：保持现有签名，不使用 list.index()，只修改上述两个文件。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2A9EA-4686-4B9F-A81D-7A91027E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1051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五个标题帮助初学者检查信息是否齐全</a:t>
            </a:r>
          </a:p>
        </p:txBody>
      </p:sp>
    </p:spTree>
    <p:extLst>
      <p:ext uri="{BB962C8B-B14F-4D97-AF65-F5344CB8AC3E}">
        <p14:creationId xmlns:p14="http://schemas.microsoft.com/office/powerpoint/2010/main" val="103464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BD7AB6-6186-4F6F-A9B5-F6193DF8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0128A-0933-403C-A8A2-32EDB170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  五部分结构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04717-8B21-4923-8B91-8B76407A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合并后的自然语言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E6DCD-835C-453E-9699-0D0CFA26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3E8E9-6ECA-44DA-9966-BD1785B0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04394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9525">
            <a:solidFill>
              <a:srgbClr val="BBD9C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D0FA8-7940-4B25-9EDA-85779E14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979170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Python 3.12 项目的 src/search.py，补全带类型标注的 linear_search(nums, target)。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nums 可能为空、包含重复值或负数。返回第一次匹配索引，未找到返回 -1，不得使用 list.index()。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直接编辑目标函数，并在 README.md 中更新三组调用样例和复杂度。完成后汇报修改文件。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7A050-7ACD-4340-82E1-4730F94F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1051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结构可以合并，信息不能丢失</a:t>
            </a:r>
          </a:p>
        </p:txBody>
      </p:sp>
    </p:spTree>
    <p:extLst>
      <p:ext uri="{BB962C8B-B14F-4D97-AF65-F5344CB8AC3E}">
        <p14:creationId xmlns:p14="http://schemas.microsoft.com/office/powerpoint/2010/main" val="20539836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6667C-951B-49B5-8CD4-362E85C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12DB4-2C38-4060-9081-C5362893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9EA93-5BBD-4692-9675-1FE5715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Role Prompting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DBE7A-AB7F-4051-95E6-6C1AE665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AFDC6D-AA15-4BB3-B7B0-B823EE4C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角色用来限定任务的关注重点和专业标准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829FC-0E07-4716-8AD1-219FD52D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9CB2E-E5EC-4F12-9541-B067C543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检查时关注什么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6E241-2CF4-4A02-A80C-CF2088E1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BC217-5F92-4390-BCA6-771E291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实现时采用什么维护标准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7CEE7C-69C1-4590-A4EF-A8889B3F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CEDAD-D565-43B7-8C24-80AB10B3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代码或文档面向哪类读者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89968-700A-4C92-A65B-94ECC1EE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3D1B5-4914-4A5C-9035-5D3A8050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保留什么风格、接口和结构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76E3CA-7D43-4AC9-87A6-59C9E8AC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角色可以影响标准，不能代替任务信息</a:t>
            </a:r>
          </a:p>
        </p:txBody>
      </p:sp>
    </p:spTree>
    <p:extLst>
      <p:ext uri="{BB962C8B-B14F-4D97-AF65-F5344CB8AC3E}">
        <p14:creationId xmlns:p14="http://schemas.microsoft.com/office/powerpoint/2010/main" val="54448862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AB9F1E-6967-4851-AB22-1307AEB6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AFFF9-D4B3-4F16-9085-6FF4CE36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7AF56-1290-4EF0-A522-D34945DC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角色改变关注重点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0CB18-5D88-4162-87F9-1D1BD64C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F5F1A-CB15-43B2-8E9B-29E98EA7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Python 维护工程师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F44F1-7AEC-4251-9584-7253F7C8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0DBFB-71A7-4268-B8EF-0706F01A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src/cache.py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只检查所用数据结构与复杂度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将结果写入 docs/cache-review.md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不修改源代码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8B4D4-3429-4429-8AF5-2F650D3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初学者教材编辑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B5F1E-45D8-4299-8494-A307FB6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D65A5-5CBA-4359-83FA-D6F143EB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docs/cache.md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检查未定义术语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直接改写目标文档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保留原有标题结构</a:t>
            </a:r>
          </a:p>
        </p:txBody>
      </p:sp>
    </p:spTree>
    <p:extLst>
      <p:ext uri="{BB962C8B-B14F-4D97-AF65-F5344CB8AC3E}">
        <p14:creationId xmlns:p14="http://schemas.microsoft.com/office/powerpoint/2010/main" val="148424730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23A04-C188-4844-98D5-6FECC9F6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416907-9D69-4FF2-BD59-D0977EB6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3EB83-DBE3-4C7F-864F-891EAD08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避免无效角色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8D59A3-9F46-405B-9250-BA28BE2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E04A4-676D-4156-B30E-30D0A8DE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rPr>
              <a:t>只有夸张评价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31EE32-BFFD-4667-8D57-DFA58B68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CDD56-0BFB-4F83-82F7-D30571D7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你是世界上最厉害、永远不会犯错的程序员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请写完美代码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5A6955-3B66-4345-AA4E-E3F23350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角色对应维护标准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F40C9-7AF4-4B41-8670-EE266C36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AD730-A82A-4994-9C4A-E9D69932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你是维护初学者教学项目的 Python 工程师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src/stack.py 并补全缺失方法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使用 Python 3.12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保持公开接口，只修改该文件</a:t>
            </a:r>
          </a:p>
        </p:txBody>
      </p:sp>
    </p:spTree>
    <p:extLst>
      <p:ext uri="{BB962C8B-B14F-4D97-AF65-F5344CB8AC3E}">
        <p14:creationId xmlns:p14="http://schemas.microsoft.com/office/powerpoint/2010/main" val="8619084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ECF326-8AA8-49F0-A9F1-741FC758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E5ED1-4BF4-4F62-A6C9-021C73FA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C66D7-F222-46EF-9D87-9EB9D65C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Few-shot Prompting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5DF999-5747-4D5F-BEA8-2D271539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3ECAA-25ED-44FA-A988-A069982C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用少量现有示例说明预期格式、分类边界或表达风格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C7E93-5005-4FB0-89C4-FDFE9428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62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067DA-544C-4EC1-9B0B-D35943FD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04800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优先指向工作区中的真实示例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9B2D1-ACBB-4C6B-AC23-5D803E00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BAE22-304E-4FE1-8B33-B7592610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67665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示例必须与当前任务相关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EB5C6-3042-4738-9C1B-CEAB13D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9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F94E3-6A78-4E06-BE5A-5063B570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0530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多个示例要覆盖主要类型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6DB3D-AA19-4153-9522-BB123086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48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BB938-08EE-4395-84F8-6CB5842B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539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示例中的结论和格式必须正确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0df58073e42b2"/>
          <a:stretch xmlns:a="http://schemas.openxmlformats.org/drawingml/2006/main"/>
        </p:blipFill>
        <p:spPr>
          <a:xfrm xmlns:a="http://schemas.openxmlformats.org/drawingml/2006/main">
            <a:off x="6858000" y="2571750"/>
            <a:ext cx="4762500" cy="23812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1236C-8198-4B38-AB28-5DCE9A48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Few-shot 的价值取决于示例质量</a:t>
            </a:r>
          </a:p>
        </p:txBody>
      </p:sp>
    </p:spTree>
    <p:extLst>
      <p:ext uri="{BB962C8B-B14F-4D97-AF65-F5344CB8AC3E}">
        <p14:creationId xmlns:p14="http://schemas.microsoft.com/office/powerpoint/2010/main" val="11710595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5541C-3A24-46BA-8772-584C0931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7FE52-DE64-47FE-ACA8-1B68091C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9AFE4-5A3C-453C-BC73-FA4FB2E2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示例应当与任务相关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EE358-4C3B-46ED-AF93-7AA5B3BE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A3709-3CFA-444D-9CBA-495B5956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不相关示例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3E1E9-B4E4-434E-A5F9-CA73DDFD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17D43-F104-45C4-A532-CE4C7735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任务是更新 CHANGELOG.md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却只提供 README 的项目介绍段落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42DEE0-B9DE-4327-9D72-B481407F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相关示例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115A9-9A05-4095-8915-9B5546E7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8DC93-2D39-4A1A-B071-96F32EFF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修复纯空格用户名验证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fix(auth): reject whitespace-only usernames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增加搜索分类过滤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feat(search): add category filter</a:t>
            </a:r>
          </a:p>
        </p:txBody>
      </p:sp>
    </p:spTree>
    <p:extLst>
      <p:ext uri="{BB962C8B-B14F-4D97-AF65-F5344CB8AC3E}">
        <p14:creationId xmlns:p14="http://schemas.microsoft.com/office/powerpoint/2010/main" val="1036005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72E2E-DD12-4FC1-8A7B-7502FDE1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C7C3D-E73F-4BAB-B6A5-6BAC9CC7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F17A8-6A79-4A55-A68C-C093E502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示例应当覆盖主要类型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67F18-12F6-492B-8523-34BC27A1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B14747-92EF-4C04-90E8-31793E84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所有示例都是同一类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F8B3F4-2396-414E-80CD-DBAA43B0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55AA7-21EC-46E9-87B9-F8E1E216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1 -&gt; odd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3 -&gt; odd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5 -&gt; odd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请补充 8 的结果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9AF43-FE77-4D1C-B9FE-678A00E6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主要类型都出现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90C21-51E2-4DD5-B6A1-C40540F5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AA06A-90A5-48AC-8438-68F951E4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1 -&gt; odd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2 -&gt; even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5 -&gt; odd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8 -&gt; even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请补充 12 的结果</a:t>
            </a:r>
          </a:p>
        </p:txBody>
      </p:sp>
    </p:spTree>
    <p:extLst>
      <p:ext uri="{BB962C8B-B14F-4D97-AF65-F5344CB8AC3E}">
        <p14:creationId xmlns:p14="http://schemas.microsoft.com/office/powerpoint/2010/main" val="20182805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0641C-C974-4CC8-83E4-914CEA71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A8E97-E07E-4094-BD54-88AD0354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5C0963-0763-4267-8450-C3D250CA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示例必须先校对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B766E-5A84-406B-BF06-2EAB0951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1A67D-4ADA-4368-A166-117AB986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rPr>
              <a:t>错误示例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78DEB-9EE8-4DB9-A512-250B7560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F6DBA2-D57B-4D1A-9988-08AD306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单链表按值查找 -&gt; O(1)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C56CB-0F65-4319-BC74-555561D0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正确示例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CA9820-DA69-45DD-867A-FA208DC8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E0AA6-5479-4443-9F4B-D80F5CA5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单链表按值查找 -&gt; O(n)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3285F-DDE4-42BB-A396-6AEEF6F1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Few-shot 的可靠性不会高于示例本身</a:t>
            </a:r>
          </a:p>
        </p:txBody>
      </p:sp>
    </p:spTree>
    <p:extLst>
      <p:ext uri="{BB962C8B-B14F-4D97-AF65-F5344CB8AC3E}">
        <p14:creationId xmlns:p14="http://schemas.microsoft.com/office/powerpoint/2010/main" val="109504114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E467EE-60B9-466E-9E81-F109CD89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64BEC-0525-4F02-AD1B-510F59DC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EC2B9-9BAB-4235-82F3-5BB000A2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Step-by-step Prompting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F9B40-2FE4-468D-9075-E5AC5199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596EBB-825A-4E10-90BA-E7D7E9CE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用编号或顺序组织 Agent 的可观察操作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80A482-6839-4192-A801-0CD5D3EB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D8AD9-157A-405C-A34B-92B983A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先读取目标文件和文档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04519-572C-471B-B6D8-C60CEE83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5055DD-CF4E-4A95-BB8A-CB000C99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确认现有接口与约定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2D620-A569-4C69-89EA-D8675870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86D4F-29E8-4809-92AE-FC2913E5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按已确认的边界修改实现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C938F-98AC-4E11-A9AE-C71923C3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7DDDC3-1167-47F3-B87B-857ABCBC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同步相关文档并汇报结果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A636E-1300-47C2-AFB2-AA21287B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分步内容应该能通过文件或工具结果检查</a:t>
            </a:r>
          </a:p>
        </p:txBody>
      </p:sp>
    </p:spTree>
    <p:extLst>
      <p:ext uri="{BB962C8B-B14F-4D97-AF65-F5344CB8AC3E}">
        <p14:creationId xmlns:p14="http://schemas.microsoft.com/office/powerpoint/2010/main" val="16120688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05D8A-B39C-4E9C-AD7B-4EBA0046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4751D9-718C-4FA4-A7A8-5532BE5C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05A46-FFD5-4AA3-BAB9-6169C512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分步提示适合多文件任务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FE193-4938-4311-B418-4C870086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8E0FB-34C1-4003-9D6B-0CD1C1DD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04394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9525">
            <a:solidFill>
              <a:srgbClr val="BBD9C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47720-7655-44AD-BCD0-7B9F214B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979170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1. 读取 src/array.py 和 src/linked_list.py。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2. 确认两种结构的随机访问和头部插入复杂度。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3. 在 docs/comparison.md 中写明各自适用场景。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4. 在同一文件末尾用 Markdown 表格总结。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5. 不修改源代码，完成后汇报文档变化。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3F43E-97D4-4CD3-BB91-147FC9E3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1051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步骤顺序体现读取、确认、编写和交付的依赖关系</a:t>
            </a:r>
          </a:p>
        </p:txBody>
      </p:sp>
    </p:spTree>
    <p:extLst>
      <p:ext uri="{BB962C8B-B14F-4D97-AF65-F5344CB8AC3E}">
        <p14:creationId xmlns:p14="http://schemas.microsoft.com/office/powerpoint/2010/main" val="84777803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5CB9C0-166A-4207-A7EF-28803242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283A0-B522-44D6-A75E-E1BF4E18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B27E3-ABF9-449E-8687-99A2F1D7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简单任务不必强行分步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9034D-0941-41F9-BAB2-23C543FE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4EA4F-75E3-4385-80D5-D1F040CF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冗余步骤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2944F-B0B0-4E8B-97EB-58B17DBF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2CBBA-8AE1-40AA-A125-16228ADA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第一步找到文件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第二步读取文件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第三步思考修改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将 Task Traker 改为 Task Tracker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32818-7C64-4F98-966E-36726C5A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直接要求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11127-C689-4A22-9F70-5BFB94AE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8365FC-E2D2-4AF2-B073-5427A9C6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将 README.md 中的 Task Traker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改为 Task Tracker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只修改这一处</a:t>
            </a:r>
          </a:p>
        </p:txBody>
      </p:sp>
    </p:spTree>
    <p:extLst>
      <p:ext uri="{BB962C8B-B14F-4D97-AF65-F5344CB8AC3E}">
        <p14:creationId xmlns:p14="http://schemas.microsoft.com/office/powerpoint/2010/main" val="42965126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7F81E-C799-4CB2-AFCB-C96A0C77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483EF-ABEA-4C68-B934-BC434244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  常用提示方法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56014C-4AD0-401C-9C5B-5023CA8A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分步提示不等于索要内部思考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15B91-A3FB-4935-A6CD-C89AE6C4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BD3FB-2B9B-4AAC-A166-C55F264F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可检查的要求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CE619-1D83-4C6C-A3E0-F69A4A92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27AB33-4D34-446C-B446-1F234155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先读取 src/search.py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再修改目标函数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最后汇报修改位置和行为变化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C7FB8-C556-4042-89C1-B13EACED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621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B95C4E"/>
                </a:solidFill>
                <a:latin typeface="Hiragino Sans GB"/>
                <a:ea typeface="Hiragino Sans GB"/>
                <a:cs typeface="Hiragino Sans GB"/>
              </a:rPr>
              <a:t>不需要的要求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A7BF9-1DF3-4BF8-975E-75A82F7F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8875"/>
            <a:ext cx="4953000" cy="29527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2C759-B29C-43BE-BD30-E8313A2D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434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逐字展示全部内部思考过程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再修改文件</a:t>
            </a:r>
          </a:p>
        </p:txBody>
      </p:sp>
    </p:spTree>
    <p:extLst>
      <p:ext uri="{BB962C8B-B14F-4D97-AF65-F5344CB8AC3E}">
        <p14:creationId xmlns:p14="http://schemas.microsoft.com/office/powerpoint/2010/main" val="130398970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91066-01F4-41E8-BA9F-40050681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CD17E-CDC6-4D7A-BF7D-9FF10847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9EFAD-5A16-4E1C-B986-B0CD1B97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输出格式控制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EDE55-3830-489B-BA93-5298CE4B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93BE9-1F0E-47F3-820B-2C9EA883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7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对编码 Agent 而言，格式通常落到工作区中的文件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9b28757264c00"/>
          <a:stretch xmlns:a="http://schemas.openxmlformats.org/drawingml/2006/main"/>
        </p:blipFill>
        <p:spPr>
          <a:xfrm xmlns:a="http://schemas.openxmlformats.org/drawingml/2006/main">
            <a:off x="3066426" y="2619375"/>
            <a:ext cx="6059148" cy="25241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470A0-AE06-4F03-8062-F293FC5F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863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Markdown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FDB56-D731-4C2A-856A-E50AB6ED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2863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031B9-8FC5-4753-8F5A-E81A7336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863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表格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4F364-CA92-4280-B73D-63C90110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2863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D44A6-2C21-45A8-9AB6-ACE6E8A0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格式选择由下一步用途决定</a:t>
            </a:r>
          </a:p>
        </p:txBody>
      </p:sp>
    </p:spTree>
    <p:extLst>
      <p:ext uri="{BB962C8B-B14F-4D97-AF65-F5344CB8AC3E}">
        <p14:creationId xmlns:p14="http://schemas.microsoft.com/office/powerpoint/2010/main" val="138940775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E59C6-71D8-4B0C-AE7B-A687DF77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01588-8BB5-4472-AAB4-A4553663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6695C-98F4-4BC7-9458-7EEC9D0E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Markdown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FD215-C400-4526-AEFD-09E79AFE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73BDD6-A73D-4849-A49C-D268DD21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适合组织供开发者和使用者阅读的项目文档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F4082-98E3-4AB5-9A3D-9B6F2BAB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9F109-AA3A-4688-8E30-3947B041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指定 README.md 或其他目标文档路径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7F279-93A5-4E1A-BED9-6E639D98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15C00-9457-484A-B2B7-BA519DF8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规定二级标题的名称和顺序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70D8E-EB01-4023-B752-9D24622C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9A2F5-1762-48B4-BB15-CB81A873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命令放入带语言标记的代码块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85917-5965-4859-8305-B830E6FC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7460B-2441-417F-B7B0-3CDDEECB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列表、表格和段落分别承担合适的内容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505FA-3BC6-40BD-BF88-ED109B59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常见文件：README、安装指南、部署文档和 API 使用说明</a:t>
            </a:r>
          </a:p>
        </p:txBody>
      </p:sp>
    </p:spTree>
    <p:extLst>
      <p:ext uri="{BB962C8B-B14F-4D97-AF65-F5344CB8AC3E}">
        <p14:creationId xmlns:p14="http://schemas.microsoft.com/office/powerpoint/2010/main" val="180912970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42CF2-944B-4B88-AAFD-59AA31CE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89791-6CC0-40ED-89C1-68AA576C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62B1-1BEE-468B-9E92-D1DBC5C2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JSON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33B57-7467-4FC2-8F26-5DEF5EF8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82957-E19E-4AA0-B4C3-3A516B72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适合创建供程序、脚本或接口读取的结构化数据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D01A-D1C7-491E-95B4-0D89A4F4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0FC83-D8BF-4F9B-A9A3-9E12F0D2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明确根节点是对象还是数组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0799E7-2688-41E2-A0C6-79036AF0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A5DBB-8338-4088-9976-3C54DEC4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规定字段名、数据类型和必填性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3E7F7A-F852-4674-93E2-95A6D15F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99EC5-F1AD-4046-8721-EBF5D8C4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限定字段允许值和缺失值处理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C9E0F4-2C65-4B9B-8E3A-37E3D801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77FF1-589A-4DD3-91B1-E04DCBD0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文件只包含合法 JSON，不混入注释或 Markdown 围栏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960594-5BE9-41DC-B556-751BE97C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核心检查：语法合法、字段齐全、类型稳定、无敏感信息</a:t>
            </a:r>
          </a:p>
        </p:txBody>
      </p:sp>
    </p:spTree>
    <p:extLst>
      <p:ext uri="{BB962C8B-B14F-4D97-AF65-F5344CB8AC3E}">
        <p14:creationId xmlns:p14="http://schemas.microsoft.com/office/powerpoint/2010/main" val="452360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D690F5-C79B-4C32-81F8-227DC468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49A78-4F61-43B1-B88B-6FEC5964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4DEA0-886D-4FAA-9FC0-5439CA84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表格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4AEBE-732A-4FC2-8F31-F89B3EAC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46CA3-A9A2-45D4-AD66-F946726A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适合用相同维度比较多个对象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14ECE-404E-4544-A5A9-9500D9EB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85757-4E81-477C-A37A-9E4CB70B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明确比较对象和每一列的名称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F86BD-5731-4BAC-B25F-38044413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7A9D1-0149-4113-A561-1B48B036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同一列使用统一单位和表达标准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987BB-813C-4D20-83DB-CD4CF16F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0DFCE9-4DF4-4B5E-88F1-AB2982FA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需要时规定行顺序或排序规则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FD55CE-6EC6-4752-9F8E-D17B6AC9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87C10-06EA-4E8F-B8D2-217A3BE4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单元格只保留结论，长篇解释放在表格后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50FD2-A514-4593-8A7A-60F06726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常见用途：复杂度、配置项、方案差异和功能对比</a:t>
            </a:r>
          </a:p>
        </p:txBody>
      </p:sp>
    </p:spTree>
    <p:extLst>
      <p:ext uri="{BB962C8B-B14F-4D97-AF65-F5344CB8AC3E}">
        <p14:creationId xmlns:p14="http://schemas.microsoft.com/office/powerpoint/2010/main" val="31217453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AF0DE-2B7E-4167-A95E-37417738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3B350-B2B0-4C1B-81C9-6175F136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FFD7D-6A8D-4BF6-80FA-8D5F3E32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代码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FAD5A-C626-42F2-9A71-B7C45B9F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F75B1-BBC6-47D6-936E-98ACFC55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适合直接创建或修改项目中的源文件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76693-7F5A-4E22-847E-4AC2B93D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62673-C726-4ECB-BC45-F79C0EB5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指定语言、版本和目标文件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EF9DD-23E4-4C49-9E8B-77640F26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F0FDC-70E5-4100-95A2-BA797CA6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固定函数或类的名称、参数和返回类型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18189-FBB1-49AF-8459-3B3C6A8B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F2AB0-734D-4C1B-A9AA-ED5F6D20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说明是否允许第三方依赖和现成函数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C289A-2C9E-433E-B0FB-EE91BA00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94F21-71A8-4A7A-8BC3-43C0A989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明确局部修改、完整新文件和配套文档的边界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7B3C2-DFBD-4E94-BCAD-793DC3AB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代码写入源文件，教程说明写入项目文档</a:t>
            </a:r>
          </a:p>
        </p:txBody>
      </p:sp>
    </p:spTree>
    <p:extLst>
      <p:ext uri="{BB962C8B-B14F-4D97-AF65-F5344CB8AC3E}">
        <p14:creationId xmlns:p14="http://schemas.microsoft.com/office/powerpoint/2010/main" val="4046088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A550E0-0104-44C6-B481-BB0F0774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768B4-B9F3-4892-9ABF-983B570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FD395-D922-4C69-9D0A-72313801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四种格式的选择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0DE62-0447-4921-AFF9-ED4DD3E4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E0A4D-4DC8-4FC1-8829-978D0A28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人需要连续阅读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22CE0-E33A-4B14-B136-F7C607F7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20955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5CAB70-AF2A-4708-9D47-F2A79282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7907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Markdown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67C5D-1FE0-4D80-A3F0-F3F01D1A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14500"/>
            <a:ext cx="361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README、项目说明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2B14D-5626-47D3-AC33-C72169B3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1462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程序需要读取字段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ABC93-CC0C-4B00-9376-64A3B7EC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20955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45645-005B-4140-91B9-01DD6047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790825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75043-B883-4D0D-85FA-1948E7A0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14625"/>
            <a:ext cx="361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分类结果、数据清单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3F28A-690C-4190-814B-D6B70746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需要横向比较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538A22-6027-4FA2-8BEC-9755D0D9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14750"/>
            <a:ext cx="20955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AF5F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D2FE6-EB2A-4554-B58F-8FFDCCC1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7909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表格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E20A6-9B29-4E21-9A35-BF816006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14750"/>
            <a:ext cx="361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复杂度、方案优缺点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87EA3-6281-4AAD-A0DB-9D4C3110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项目需要直接执行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F24B2-32F4-4434-AD7A-85B63201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714875"/>
            <a:ext cx="20955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C35ED-553A-4465-967D-BB8CBE3C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91075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5DC80-36F9-423D-88CB-1AE31C7C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14875"/>
            <a:ext cx="361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函数、类、脚本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F69E55-2079-4B57-ABDD-5DCBA363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先判断下一步谁要使用这个文件</a:t>
            </a:r>
          </a:p>
        </p:txBody>
      </p:sp>
    </p:spTree>
    <p:extLst>
      <p:ext uri="{BB962C8B-B14F-4D97-AF65-F5344CB8AC3E}">
        <p14:creationId xmlns:p14="http://schemas.microsoft.com/office/powerpoint/2010/main" val="117805378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508B7-27C5-4E02-A7A0-CD5F7DC2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21E12-1DCE-457D-A757-71E7DF23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  输出格式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B7CF56-42EF-465D-AE83-77B9BD12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组合使用多种格式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32984-D29B-42D0-9EC0-405C8B14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BB60F-5600-4E5A-8DD8-750B9978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0439400" cy="36195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5FAF8"/>
          </a:solidFill>
          <a:ln xmlns:a="http://schemas.openxmlformats.org/drawingml/2006/main" w="9525">
            <a:solidFill>
              <a:srgbClr val="BBD9C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E2118-00D2-4430-AC38-8C625AA1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979170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读取 pyproject.toml、.env.example 和现有 README.md，直接更新根目录 README.md。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1. 在“安装步骤”下用有序列表说明操作。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2. 在“运行方法”下放置一个 bash 代码块。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3. 在“配置项”下用表格列出变量名、是否必填和说明。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4. 缺失资料统一标记为“待补充”，不修改其他文件。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05C12-9B37-4481-8097-365F66C5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67375"/>
            <a:ext cx="10515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每种嵌入格式都承担一个清楚用途</a:t>
            </a:r>
          </a:p>
        </p:txBody>
      </p:sp>
    </p:spTree>
    <p:extLst>
      <p:ext uri="{BB962C8B-B14F-4D97-AF65-F5344CB8AC3E}">
        <p14:creationId xmlns:p14="http://schemas.microsoft.com/office/powerpoint/2010/main" val="96181319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BFFA96-C77C-4F2E-A15A-067FDD68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A3366-390A-49AA-8D73-4131265D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  设计与改进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6C7D7-1EE0-4CA0-9717-94C7355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高质量 Prompt 的七个步骤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430DB-8AE5-415C-A24D-43080D3B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EFB18-BE68-4BB0-88D0-0065EC52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716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7B4DD-CDBD-4E51-92AB-80DC95E0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71450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确定主要目标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94179-9A1F-4441-ACF5-B5BA26D4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42887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BA753-0D93-4081-B08C-61913B32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7177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932FC-EBEB-4828-8385-5AED4EE1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14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补充必要背景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25A44-6D0A-466A-A12F-0AD3B865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42900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626B9-1CBC-43DB-B7AE-D67D6EF8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F2994-ACF6-4028-BD1E-682DD01B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7147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说明输入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844810-8C9F-43E9-9F33-D4959E56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42912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8F1C5-EE81-46F8-B52B-BAE53269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720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0057F-0D03-41AF-AE3B-2CCFCA69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71487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规定输出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C97B0-DACE-43BD-85BE-9DB477E0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2925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22F7DF-C07D-443D-89B5-F8304935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716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122603-4C04-42E0-A0B0-3CF99F26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71450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加入约束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7FEEA4-5B41-4206-A05D-74E244AB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42887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8210E6-AC11-448D-A9DC-CE1F445E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7177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61A0D1-78F2-4CF2-95EE-D6259BBE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1462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按需使用技巧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567E1A-6E60-47F6-9139-A97B571A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42900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50873-AC8E-40FF-8BAD-F0DC9FE3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7190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A8D17-8C46-42B0-A05D-65C7997F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147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检查质量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196D59-D0A1-4ED8-840B-7E5A9DEA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42912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ED46B3-6BFD-44F9-BBB4-E3850577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先补齐任务信息，再决定是否需要提示技巧</a:t>
            </a:r>
          </a:p>
        </p:txBody>
      </p:sp>
    </p:spTree>
    <p:extLst>
      <p:ext uri="{BB962C8B-B14F-4D97-AF65-F5344CB8AC3E}">
        <p14:creationId xmlns:p14="http://schemas.microsoft.com/office/powerpoint/2010/main" val="3952844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6203A-B4CB-43FD-BC2E-1AD3B77F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91526-42A4-49A3-9674-C7EFD568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  设计与改进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9A8D0E-FF24-4655-AE0B-10E19CED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设计 Prompt：目标、背景与输入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3F58B-3A36-42D1-A830-B111E81D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AD249-E4DF-43D9-BF7E-CE5FD749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  主要目标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3904D5-E413-47DE-A9D6-A669135B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00AB4-9CE8-4CC3-96E3-F74DC539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先用一句话写出最核心的任务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补全二分查找功能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0A2E4-5641-4BBA-8DD3-70ED24D6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2  必要背景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00A345-EAB1-46CF-AF0A-8B439B16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D4B15-4FFB-4AB5-843E-C6AD3737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Python 3.12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位于 src/search.py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现有接口不可改变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FD3A10-CCEF-4487-86F9-4B9DC006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3  输入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81A56-4089-49A1-A460-7D1AABCE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15D70-3813-4481-87D6-C1F90C37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读取实现文件与契约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列表已升序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可能为空或包含重复值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14731C-1759-4A23-9039-7B7C3B38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每一项都应直接改变任务的执行方式</a:t>
            </a:r>
          </a:p>
        </p:txBody>
      </p:sp>
    </p:spTree>
    <p:extLst>
      <p:ext uri="{BB962C8B-B14F-4D97-AF65-F5344CB8AC3E}">
        <p14:creationId xmlns:p14="http://schemas.microsoft.com/office/powerpoint/2010/main" val="155744891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63F3E-C5F1-4C7C-9310-3FB7A9B6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C3B2D-4A04-41F3-853A-E1E6D0FA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  设计与改进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4291D-704A-438F-BB60-EF6B0344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设计 Prompt：输出、约束与提示技巧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B2064-EF58-404B-8273-FFCD0898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787DC-9E90-4CE4-B6A6-3003C048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4  输出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04975-C262-4F89-AA61-95F5B37D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5C8F5-B179-483C-99CF-5DC2E7F0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直接补全目标函数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更新 README 样例和复杂度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完成后列出修改文件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5F4AB-FA09-40FF-A167-399F6B20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5  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4DBD6-9F2D-4135-B25C-9272EE54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B9C0C-FD05-4404-831D-4AC05D69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使用迭代实现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保持函数签名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只修改目标文件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D2F62-60C4-4E28-AF79-6C209AFF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6  按需加入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9F587-BA6D-4126-84AD-85188D37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22BA-6928-4E02-A830-2F6B6DEF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维护标准重要时加角色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格式难描述时给示例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顺序重要时再分步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DCFF87-9228-4A4F-92A5-040FA552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提示技巧是补充手段，不是高质量 Prompt 的必填项</a:t>
            </a:r>
          </a:p>
        </p:txBody>
      </p:sp>
    </p:spTree>
    <p:extLst>
      <p:ext uri="{BB962C8B-B14F-4D97-AF65-F5344CB8AC3E}">
        <p14:creationId xmlns:p14="http://schemas.microsoft.com/office/powerpoint/2010/main" val="197431458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9D51C-0FA2-4F4B-B7EE-EDDA8B07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5BD2C-1C3F-4177-A833-1AA856DD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08  设计与改进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2DECB-4301-492A-9860-CD1FEB4C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质量的四项检查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50A65-8B27-4496-BE06-26379B5D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3D137-0492-43D7-860E-00F2C3B8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清楚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86488-6F3A-4065-A335-D29CD4E8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1D568-771E-425E-B744-6160EE13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1462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Agent 能否确定读取范围、目标文件和期望行为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850BE-F114-446B-9847-DDB8A569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相关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E97929-B3FE-473D-A821-54DB1D6F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E7121-6C19-49E7-83D6-D7E8A40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1462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每条信息是否会影响当前结果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C56F3-2ABD-4637-A981-8C7BF327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100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具体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42ED2-131F-4AE7-B165-B16FD33F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5770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497C4B-D02D-43B1-A50A-148F9548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7148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抽象评价是否已转化为可执行要求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FACA3-33DF-4F3F-A2F3-5DBF3BDC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1000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一致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C4959C-EEB1-46D4-9F12-6AAB7239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57700"/>
            <a:ext cx="476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2AD9C-A991-4333-8DD7-1A91ECD5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不同要求之间是否存在范围或行为冲突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269FF5-8BD5-4B33-90A7-135D0BFC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发送前发现冲突，比修改文件后再返工成本更低</a:t>
            </a:r>
          </a:p>
        </p:txBody>
      </p:sp>
    </p:spTree>
    <p:extLst>
      <p:ext uri="{BB962C8B-B14F-4D97-AF65-F5344CB8AC3E}">
        <p14:creationId xmlns:p14="http://schemas.microsoft.com/office/powerpoint/2010/main" val="193090731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5B892F-A784-43D4-9D01-820FBE93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7F2FB4-BD8F-45A8-978E-0DF8F584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09  改进过程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B4E61-8808-4CA0-8A19-E3EF607C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从模糊 Prompt 到高质量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2C7AEC-3A32-439A-8CFB-EF29933F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ECD45-AEF4-4B74-A879-B56C8713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5AF90-4FF4-40CC-AC3F-4ED6F4A8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14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只有主题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D2445-0408-4117-9D4F-845206E8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145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把搜索功能补好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BC734-B20B-448C-B7B7-491B865F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10429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826DBB-AFF0-4113-9539-6D18EBF5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670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V2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EDD61-ADAD-4660-B7FC-34CDF50C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670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加入目标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911AD6-0884-4F6E-BF2F-CCB6AC35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文件、函数名和未找到行为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044D1-BAE4-4BF2-81E0-1F3F19AE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10429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B9562-FE74-4002-9E07-ADF063F0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195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V3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56BC86-D604-49A0-B298-4BF43E19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19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加入输入与边界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F0A2DE-3203-4CA8-BE53-E02C9B26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195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空列表、重复值和负数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F418AE-8096-4F5E-98C8-AA888963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33875"/>
            <a:ext cx="10429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495A8E-E1A9-4A20-963A-72F4323E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72000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00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V4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4769E-C48F-4AC2-BF7B-C5F405B7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720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加入输出与约束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519923-0A7A-4667-9F84-902EBF0A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72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C7068"/>
                </a:solidFill>
                <a:latin typeface="Hiragino Sans GB"/>
                <a:ea typeface="Hiragino Sans GB"/>
                <a:cs typeface="Hiragino Sans GB"/>
              </a:rPr>
              <a:t>交付文件、接口和修改范围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45a074e3c463a"/>
          <a:stretch xmlns:a="http://schemas.openxmlformats.org/drawingml/2006/main"/>
        </p:blipFill>
        <p:spPr>
          <a:xfrm xmlns:a="http://schemas.openxmlformats.org/drawingml/2006/main">
            <a:off x="4714875" y="5286375"/>
            <a:ext cx="2762250" cy="138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9616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5EE5C-9E11-45E9-A311-B24C37DE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4567D-751D-4FC4-8FA3-0B0DC92F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10  常见问题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5015F-4DBF-4384-9E7B-61BF8B6D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常见问题：目标、背景与输入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D5CD7-0E86-4BEE-AD6D-065FF033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B0741-58E0-466A-8372-EEA69D78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目标模糊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0DF7F-F42B-496C-AEB0-28EBB093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3D625-2372-46AD-AD75-CB698E40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问题：优化一下链表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改进：新增 find(value)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返回第一次匹配位置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B19BE-2EE0-4208-8F9D-55089010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背景不足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9B740E-4A02-4E7F-AA9E-234453C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6B6A5-D0EA-4C13-9171-5BF4C663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问题：处理搜索算法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改进：Python 3.12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现有二分查找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使用迭代实现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BF716-F2D3-406B-A4E3-9B98A1C8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输入不清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50380-77A9-4151-9715-D5D6DD9F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AFECF-7E4E-431C-AA20-99B73B6C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问题：整理这些数据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改进：指定 data/search-cases.json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说明列表已升序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可为空或重复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9FE75-93AB-473C-AD6E-6741150F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只补充缺失的关键信息</a:t>
            </a:r>
          </a:p>
        </p:txBody>
      </p:sp>
    </p:spTree>
    <p:extLst>
      <p:ext uri="{BB962C8B-B14F-4D97-AF65-F5344CB8AC3E}">
        <p14:creationId xmlns:p14="http://schemas.microsoft.com/office/powerpoint/2010/main" val="3037796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ADA12-3E81-45AC-83EA-B7884373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7DB9C-6251-470F-B1B7-8C418752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10  常见问题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F44E3-64D5-4D93-9863-239B17F3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常见问题：输出、约束与信息量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C0986-B0DB-41DF-AC0B-78E07ACE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9D135-8492-4F2B-B400-9295FEB1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输出不清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04EE2-9D07-4F89-9A93-88651064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B5768-D510-4A62-86F8-6A11F31F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问题：整理搜索说明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改进：更新 docs/search.md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指定接口、样例和复杂度三节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BA947A-C244-49E3-B472-806682D7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约束缺失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B1CD7-1F18-44CD-A89A-DE8B4477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9D042-8B3F-4FA6-A9F1-FD03E36E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问题：补全查找函数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改进：不使用 list.index()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保持现有签名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只修改函数体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C5DD5-D504-4E9B-A984-43398D24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信息过多或冲突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D41FB-2EFF-4090-9378-91A5A65A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8B593B-392F-42C4-BB8A-AD531AC8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删除课程历史和无关日志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不要同时要求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重构整个项目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且只修改一个函数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DBF94-02AB-40E1-A2BC-B32AEA0D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保留会改变结果的要求，合并重复约束</a:t>
            </a:r>
          </a:p>
        </p:txBody>
      </p:sp>
    </p:spTree>
    <p:extLst>
      <p:ext uri="{BB962C8B-B14F-4D97-AF65-F5344CB8AC3E}">
        <p14:creationId xmlns:p14="http://schemas.microsoft.com/office/powerpoint/2010/main" val="56925473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B1635-3CD0-436D-A550-27FA2F34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7383C-63EE-4F27-99A1-150078BF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10  常见问题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D1C40-A719-4C7C-AEB8-10AFA24A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常见问题：示例、技巧与格式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3E5D3-3DC3-45D0-A868-CB5756B6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B7CA6-33CC-41D0-B341-9CAA99B7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示例质量差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0DD12-5EC5-44B1-B045-7D30EB30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FD18F-F74E-4284-B7B0-BB90EFD8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Agent 会模仿错误的复杂度、格式和边界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作为示例前先校对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AD5AC-94D5-4C60-A90E-D04F076A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提示技巧滥用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17626-DC20-4A1A-ADCC-CA34820C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3DBAC5-1BBC-4999-94C0-BF122DC9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修正一个拼写错误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不需要夸张角色、五个示例和十个步骤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678596-7430-4343-9F12-A0DA7A94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输出格式含糊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D27CA-B72F-460D-82BD-47C84A76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19375"/>
            <a:ext cx="3009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9D7752-3CA4-4019-938A-CC1B7787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48000"/>
            <a:ext cx="30099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写清目标文档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表格列名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内容顺序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单元格表达标准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862B0-7BA1-4C68-B5A1-404AFA41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技巧和格式都应与真实任务相匹配</a:t>
            </a:r>
          </a:p>
        </p:txBody>
      </p:sp>
    </p:spTree>
    <p:extLst>
      <p:ext uri="{BB962C8B-B14F-4D97-AF65-F5344CB8AC3E}">
        <p14:creationId xmlns:p14="http://schemas.microsoft.com/office/powerpoint/2010/main" val="70523573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F79AD-F99D-4F4C-9A28-6A31A8DB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8D7B9-E7E6-4C02-97D3-E529D253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11  反馈与迭代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ABE89-14AD-410C-919B-50EDD01A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根据文件变更改进 Prompt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07089-2A1C-4539-81A1-741A46A1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0F84E-7DBB-4DCD-BE8D-13496872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反馈应指向可观察的缺失，并保留已经正确的部分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12E8E-E5FB-41CB-85E7-E2CDD9F9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C59F6-1786-40BA-8586-A65908F3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75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指出具体文件、函数或边界行为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628CD-B699-4669-8FCF-0CB52B8B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0AF8E-DA10-4815-9F9C-9B01E612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433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明确哪些接口和现有改动必须保留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B5841-40C7-43D9-9A51-EE153E59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81060-3F2D-434E-92C1-D2BC041E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291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一次只解决一个主要问题，便于判断效果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35D7D-F129-4720-A76F-42F6914D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2026B-503B-4328-9F9A-20D415AD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删除重复约束和与目标无关的信息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0775A7-4613-4A8D-8B74-FA10E0EC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有效反馈 = 实际偏差 + 预期行为 + 保留范围</a:t>
            </a:r>
          </a:p>
        </p:txBody>
      </p:sp>
    </p:spTree>
    <p:extLst>
      <p:ext uri="{BB962C8B-B14F-4D97-AF65-F5344CB8AC3E}">
        <p14:creationId xmlns:p14="http://schemas.microsoft.com/office/powerpoint/2010/main" val="107264522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CCCD94-28DC-4AF6-AADE-1295D377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C0045-725B-4E1B-A208-3FD63A96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12  检查表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66127-281D-484B-BFF4-3EA3DEAB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7342A"/>
                </a:solidFill>
                <a:latin typeface="Hiragino Sans GB"/>
                <a:ea typeface="Hiragino Sans GB"/>
                <a:cs typeface="Hiragino Sans GB"/>
              </a:rPr>
              <a:t>Prompt 编写检查表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BD8A6-70DC-415F-B8EA-DE3A8E0E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41AC0-85B3-4C55-9F79-2EAB6015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目标与输入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3B757-7A12-4CB4-B666-443B26C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19325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C3E67-2E01-4FCD-BB3C-0AEFB2DD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241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13B88-28A8-40AC-B756-7FE18702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98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说明是解释、修改、创建还是审查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DEE40-17B3-4B25-857D-0180705C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9B58B8-5669-4FDA-ABC9-F03079B5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765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指出真实文件、代码、错误或样例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B7E93-8A11-4052-898E-4726B22B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EA689-E423-4EFE-979D-8CC5727B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432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写清期望结果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A757B-D01E-44F0-B58D-40AC63C1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668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范围与约束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799C1-020B-44BE-9060-B0A7C1FA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19325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B1B8C-18BF-42AD-A2F9-19520C45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241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F8B27-4DE3-474B-A1A5-D09B2B3C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098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明确允许修改的文件和功能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79D4FA-1C8B-4685-AB36-54582CEF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908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01BFB0-7252-4755-A9E5-88DA51F0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说明必须保持的接口、格式或行为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91029-8708-48AF-B16F-D52D960E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575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72D9DD-1548-429D-93C1-0CDE1391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4327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删除重复、冲突和无关信息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58411D-65CB-4D18-8111-235FB97D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输出与验收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A0EE96-F4F9-42CF-A744-DEBF8A7D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1CC7DB-6EC8-4C99-B848-12B1501F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903084-1CB0-4B30-A4DA-D8309F48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说明输出文件和内部结构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6045F6-02FD-46D6-9B6A-AC72533C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292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526535-21FD-4967-A889-E8BE91D6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149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给出可观察、可验证的完成条件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656A63-9DAA-40F0-BE45-28DE3440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07ABBE-F709-4864-AEEC-932229FC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81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要求汇报实际修改和验证结果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C20402-C432-45B2-B614-41D36730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示例与步骤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4AB610-A4B8-407D-87CA-156CB2E4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57700"/>
            <a:ext cx="476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9C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43D791-3C95-4672-AC6A-5A1E235E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625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0AE9E1-C84A-4A4A-A4B6-D8C75E7D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4820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示例与当前任务相关且正确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C495F2-6092-4669-A43E-567D2F33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292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A142FF-B22E-4D92-89B6-8731E076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149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复杂任务只拆成必要步骤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71CFAE-85C8-4BD8-B464-201EA9B9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6959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6B4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F4E01E-CAD4-4D2F-971F-48E2EB77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581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263B34"/>
                </a:solidFill>
                <a:latin typeface="Hiragino Sans GB"/>
                <a:ea typeface="Hiragino Sans GB"/>
                <a:cs typeface="Hiragino Sans GB"/>
              </a:rPr>
              <a:t>简单任务避免不必要的角色、示例和长步骤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B57050-002C-47A7-A289-FA31E85B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B6B4F"/>
                </a:solidFill>
                <a:latin typeface="Hiragino Sans GB"/>
                <a:ea typeface="Hiragino Sans GB"/>
                <a:cs typeface="Hiragino Sans GB"/>
              </a:rPr>
              <a:t>简单任务不需要机械写出每一项</a:t>
            </a:r>
          </a:p>
        </p:txBody>
      </p:sp>
    </p:spTree>
    <p:extLst>
      <p:ext uri="{BB962C8B-B14F-4D97-AF65-F5344CB8AC3E}">
        <p14:creationId xmlns:p14="http://schemas.microsoft.com/office/powerpoint/2010/main" val="81515194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6B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D1FC0-A198-4C58-8775-9AAED83B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7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7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本章要点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672C0-C317-4EF4-92E6-0467B65E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66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EE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47BE8-C2D9-483A-84B2-D455DF9D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1059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0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Prompt = 背景 + 目标 + 输入 + 输出 + 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7E9D3-F0B8-43B3-8120-531F1281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0591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技巧按需使用：Role、Few-shot、Step-by-step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5E6E0-2310-4DEF-8476-2576979C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5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D7EEE4"/>
                </a:solidFill>
                <a:latin typeface="Hiragino Sans GB"/>
                <a:ea typeface="Hiragino Sans GB"/>
                <a:cs typeface="Hiragino Sans GB"/>
              </a:rPr>
              <a:t>通过真实文件变更和验证结果持续改进 Prompt</a:t>
            </a:r>
          </a:p>
        </p:txBody>
      </p:sp>
    </p:spTree>
    <p:extLst>
      <p:ext uri="{BB962C8B-B14F-4D97-AF65-F5344CB8AC3E}">
        <p14:creationId xmlns:p14="http://schemas.microsoft.com/office/powerpoint/2010/main" val="10533632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2026-09-23T02:13:26.8290000Z</dcterms:created>
  <dcterms:modified xsi:type="dcterms:W3CDTF">2026-09-23T02:13:26.8290000Z</dcterms:modified>
</coreProperties>
</file>