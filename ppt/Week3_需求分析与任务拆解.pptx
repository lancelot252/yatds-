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977a66a56b47a3" /><Relationship Type="http://schemas.openxmlformats.org/officeDocument/2006/relationships/extended-properties" Target="/docProps/app.xml" Id="R736bc4d39ee94f8f" /><Relationship Type="http://schemas.openxmlformats.org/officeDocument/2006/relationships/officeDocument" Target="/ppt/presentation.xml" Id="R760c15c20f7740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21f822f5f14bf7"/>
  </p:sldMasterIdLst>
  <p:notesMasterIdLst>
    <p:notesMasterId xmlns:r="http://schemas.openxmlformats.org/officeDocument/2006/relationships" r:id="Rb74d5f28b6e14bc7"/>
  </p:notesMasterIdLst>
  <p:sldIdLst>
    <p:sldId xmlns:r="http://schemas.openxmlformats.org/officeDocument/2006/relationships" id="256" r:id="R9a6e6be48b0e49c3"/>
    <p:sldId xmlns:r="http://schemas.openxmlformats.org/officeDocument/2006/relationships" id="257" r:id="R5b5dc42314f5460c"/>
    <p:sldId xmlns:r="http://schemas.openxmlformats.org/officeDocument/2006/relationships" id="258" r:id="R89774b63d9294d2c"/>
    <p:sldId xmlns:r="http://schemas.openxmlformats.org/officeDocument/2006/relationships" id="259" r:id="R44cf73d0de6a4d9c"/>
    <p:sldId xmlns:r="http://schemas.openxmlformats.org/officeDocument/2006/relationships" id="260" r:id="R86c0896e5c7f46a8"/>
    <p:sldId xmlns:r="http://schemas.openxmlformats.org/officeDocument/2006/relationships" id="261" r:id="Rba64feef412d4d9c"/>
    <p:sldId xmlns:r="http://schemas.openxmlformats.org/officeDocument/2006/relationships" id="262" r:id="Rab8d7c3d8af74a20"/>
    <p:sldId xmlns:r="http://schemas.openxmlformats.org/officeDocument/2006/relationships" id="263" r:id="R058692a89faa483c"/>
    <p:sldId xmlns:r="http://schemas.openxmlformats.org/officeDocument/2006/relationships" id="264" r:id="R0318878827684745"/>
    <p:sldId xmlns:r="http://schemas.openxmlformats.org/officeDocument/2006/relationships" id="265" r:id="Re5f87444e5da496b"/>
    <p:sldId xmlns:r="http://schemas.openxmlformats.org/officeDocument/2006/relationships" id="266" r:id="R63b82b5dc0a341a0"/>
    <p:sldId xmlns:r="http://schemas.openxmlformats.org/officeDocument/2006/relationships" id="267" r:id="Rf1600ccf904d44d6"/>
    <p:sldId xmlns:r="http://schemas.openxmlformats.org/officeDocument/2006/relationships" id="268" r:id="Rfdffb1aa3b354257"/>
    <p:sldId xmlns:r="http://schemas.openxmlformats.org/officeDocument/2006/relationships" id="269" r:id="R2df636713cc34fb9"/>
    <p:sldId xmlns:r="http://schemas.openxmlformats.org/officeDocument/2006/relationships" id="270" r:id="R7190b78720ce46f1"/>
    <p:sldId xmlns:r="http://schemas.openxmlformats.org/officeDocument/2006/relationships" id="271" r:id="Ra333bf6352a8409c"/>
    <p:sldId xmlns:r="http://schemas.openxmlformats.org/officeDocument/2006/relationships" id="272" r:id="Rfdaa75fb04f34ef5"/>
    <p:sldId xmlns:r="http://schemas.openxmlformats.org/officeDocument/2006/relationships" id="273" r:id="R8a4045f096804353"/>
    <p:sldId xmlns:r="http://schemas.openxmlformats.org/officeDocument/2006/relationships" id="274" r:id="R97879bc7ff324e6f"/>
    <p:sldId xmlns:r="http://schemas.openxmlformats.org/officeDocument/2006/relationships" id="275" r:id="R8bf2fe05e02f464d"/>
    <p:sldId xmlns:r="http://schemas.openxmlformats.org/officeDocument/2006/relationships" id="276" r:id="R8721e1cbbf6c4e23"/>
    <p:sldId xmlns:r="http://schemas.openxmlformats.org/officeDocument/2006/relationships" id="277" r:id="Ra5ad7d1d6c4644e7"/>
    <p:sldId xmlns:r="http://schemas.openxmlformats.org/officeDocument/2006/relationships" id="278" r:id="Rfdbe4328a71949e4"/>
    <p:sldId xmlns:r="http://schemas.openxmlformats.org/officeDocument/2006/relationships" id="279" r:id="R80c01fa25b4c4bad"/>
    <p:sldId xmlns:r="http://schemas.openxmlformats.org/officeDocument/2006/relationships" id="280" r:id="R46c2e2fecb934193"/>
    <p:sldId xmlns:r="http://schemas.openxmlformats.org/officeDocument/2006/relationships" id="281" r:id="R0b4171e6fdbf4159"/>
    <p:sldId xmlns:r="http://schemas.openxmlformats.org/officeDocument/2006/relationships" id="282" r:id="R638831920fa84800"/>
    <p:sldId xmlns:r="http://schemas.openxmlformats.org/officeDocument/2006/relationships" id="283" r:id="R37d5d5040c46450c"/>
    <p:sldId xmlns:r="http://schemas.openxmlformats.org/officeDocument/2006/relationships" id="284" r:id="Rec4a7b59b1f444ac"/>
    <p:sldId xmlns:r="http://schemas.openxmlformats.org/officeDocument/2006/relationships" id="285" r:id="Rdfc5ca15c94a4af0"/>
    <p:sldId xmlns:r="http://schemas.openxmlformats.org/officeDocument/2006/relationships" id="286" r:id="Rd308758c48f2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3b743622874044" /><Relationship Type="http://schemas.openxmlformats.org/officeDocument/2006/relationships/slideMaster" Target="/ppt/slideMasters/slideMaster1.xml" Id="R7e21f822f5f14bf7" /><Relationship Type="http://schemas.openxmlformats.org/officeDocument/2006/relationships/notesMaster" Target="/ppt/notesMasters/notesMaster1.xml" Id="Rb74d5f28b6e14bc7" /><Relationship Type="http://schemas.openxmlformats.org/officeDocument/2006/relationships/presProps" Target="/ppt/presProps.xml" Id="R2020bf20e2d645b7" /><Relationship Type="http://schemas.openxmlformats.org/officeDocument/2006/relationships/tableStyles" Target="/ppt/tableStyles.xml" Id="R57c91cd9d09d4e79" /><Relationship Type="http://schemas.openxmlformats.org/officeDocument/2006/relationships/slide" Target="/ppt/slides/slide1.xml" Id="R9a6e6be48b0e49c3" /><Relationship Type="http://schemas.openxmlformats.org/officeDocument/2006/relationships/slide" Target="/ppt/slides/slide2.xml" Id="R5b5dc42314f5460c" /><Relationship Type="http://schemas.openxmlformats.org/officeDocument/2006/relationships/slide" Target="/ppt/slides/slide3.xml" Id="R89774b63d9294d2c" /><Relationship Type="http://schemas.openxmlformats.org/officeDocument/2006/relationships/slide" Target="/ppt/slides/slide4.xml" Id="R44cf73d0de6a4d9c" /><Relationship Type="http://schemas.openxmlformats.org/officeDocument/2006/relationships/slide" Target="/ppt/slides/slide5.xml" Id="R86c0896e5c7f46a8" /><Relationship Type="http://schemas.openxmlformats.org/officeDocument/2006/relationships/slide" Target="/ppt/slides/slide6.xml" Id="Rba64feef412d4d9c" /><Relationship Type="http://schemas.openxmlformats.org/officeDocument/2006/relationships/slide" Target="/ppt/slides/slide7.xml" Id="Rab8d7c3d8af74a20" /><Relationship Type="http://schemas.openxmlformats.org/officeDocument/2006/relationships/slide" Target="/ppt/slides/slide8.xml" Id="R058692a89faa483c" /><Relationship Type="http://schemas.openxmlformats.org/officeDocument/2006/relationships/slide" Target="/ppt/slides/slide9.xml" Id="R0318878827684745" /><Relationship Type="http://schemas.openxmlformats.org/officeDocument/2006/relationships/slide" Target="/ppt/slides/slide10.xml" Id="Re5f87444e5da496b" /><Relationship Type="http://schemas.openxmlformats.org/officeDocument/2006/relationships/slide" Target="/ppt/slides/slide11.xml" Id="R63b82b5dc0a341a0" /><Relationship Type="http://schemas.openxmlformats.org/officeDocument/2006/relationships/slide" Target="/ppt/slides/slide12.xml" Id="Rf1600ccf904d44d6" /><Relationship Type="http://schemas.openxmlformats.org/officeDocument/2006/relationships/slide" Target="/ppt/slides/slide13.xml" Id="Rfdffb1aa3b354257" /><Relationship Type="http://schemas.openxmlformats.org/officeDocument/2006/relationships/slide" Target="/ppt/slides/slide14.xml" Id="R2df636713cc34fb9" /><Relationship Type="http://schemas.openxmlformats.org/officeDocument/2006/relationships/slide" Target="/ppt/slides/slide15.xml" Id="R7190b78720ce46f1" /><Relationship Type="http://schemas.openxmlformats.org/officeDocument/2006/relationships/slide" Target="/ppt/slides/slide16.xml" Id="Ra333bf6352a8409c" /><Relationship Type="http://schemas.openxmlformats.org/officeDocument/2006/relationships/slide" Target="/ppt/slides/slide17.xml" Id="Rfdaa75fb04f34ef5" /><Relationship Type="http://schemas.openxmlformats.org/officeDocument/2006/relationships/slide" Target="/ppt/slides/slide18.xml" Id="R8a4045f096804353" /><Relationship Type="http://schemas.openxmlformats.org/officeDocument/2006/relationships/slide" Target="/ppt/slides/slide19.xml" Id="R97879bc7ff324e6f" /><Relationship Type="http://schemas.openxmlformats.org/officeDocument/2006/relationships/slide" Target="/ppt/slides/slide20.xml" Id="R8bf2fe05e02f464d" /><Relationship Type="http://schemas.openxmlformats.org/officeDocument/2006/relationships/slide" Target="/ppt/slides/slide21.xml" Id="R8721e1cbbf6c4e23" /><Relationship Type="http://schemas.openxmlformats.org/officeDocument/2006/relationships/slide" Target="/ppt/slides/slide22.xml" Id="Ra5ad7d1d6c4644e7" /><Relationship Type="http://schemas.openxmlformats.org/officeDocument/2006/relationships/slide" Target="/ppt/slides/slide23.xml" Id="Rfdbe4328a71949e4" /><Relationship Type="http://schemas.openxmlformats.org/officeDocument/2006/relationships/slide" Target="/ppt/slides/slide24.xml" Id="R80c01fa25b4c4bad" /><Relationship Type="http://schemas.openxmlformats.org/officeDocument/2006/relationships/slide" Target="/ppt/slides/slide25.xml" Id="R46c2e2fecb934193" /><Relationship Type="http://schemas.openxmlformats.org/officeDocument/2006/relationships/slide" Target="/ppt/slides/slide26.xml" Id="R0b4171e6fdbf4159" /><Relationship Type="http://schemas.openxmlformats.org/officeDocument/2006/relationships/slide" Target="/ppt/slides/slide27.xml" Id="R638831920fa84800" /><Relationship Type="http://schemas.openxmlformats.org/officeDocument/2006/relationships/slide" Target="/ppt/slides/slide28.xml" Id="R37d5d5040c46450c" /><Relationship Type="http://schemas.openxmlformats.org/officeDocument/2006/relationships/slide" Target="/ppt/slides/slide29.xml" Id="Rec4a7b59b1f444ac" /><Relationship Type="http://schemas.openxmlformats.org/officeDocument/2006/relationships/slide" Target="/ppt/slides/slide30.xml" Id="Rdfc5ca15c94a4af0" /><Relationship Type="http://schemas.openxmlformats.org/officeDocument/2006/relationships/slide" Target="/ppt/slides/slide31.xml" Id="Rd308758c48f2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1afb1009d947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43110e42874b31" /><Relationship Type="http://schemas.openxmlformats.org/officeDocument/2006/relationships/notesMaster" Target="/ppt/notesMasters/notesMaster1.xml" Id="R9e333f2d62c6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7362d63870439f" /><Relationship Type="http://schemas.openxmlformats.org/officeDocument/2006/relationships/notesMaster" Target="/ppt/notesMasters/notesMaster1.xml" Id="R8c622574fdcc4a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5a9407b77c41d3" /><Relationship Type="http://schemas.openxmlformats.org/officeDocument/2006/relationships/notesMaster" Target="/ppt/notesMasters/notesMaster1.xml" Id="R3f9c3a6e2bc34b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af409e2b44eb9" /><Relationship Type="http://schemas.openxmlformats.org/officeDocument/2006/relationships/notesMaster" Target="/ppt/notesMasters/notesMaster1.xml" Id="R560e838ea3644e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ac7a9f96c44de" /><Relationship Type="http://schemas.openxmlformats.org/officeDocument/2006/relationships/notesMaster" Target="/ppt/notesMasters/notesMaster1.xml" Id="Rf92bf611f2ce4b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aecd9cfdb149fc" /><Relationship Type="http://schemas.openxmlformats.org/officeDocument/2006/relationships/notesMaster" Target="/ppt/notesMasters/notesMaster1.xml" Id="Rb738ea2838e2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16a7ca3e3e46f3" /><Relationship Type="http://schemas.openxmlformats.org/officeDocument/2006/relationships/notesMaster" Target="/ppt/notesMasters/notesMaster1.xml" Id="Rabf98ea7a5c446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6eb49115a041f9" /><Relationship Type="http://schemas.openxmlformats.org/officeDocument/2006/relationships/notesMaster" Target="/ppt/notesMasters/notesMaster1.xml" Id="R4b6fa08c28d84d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bbd9a196e44ef3" /><Relationship Type="http://schemas.openxmlformats.org/officeDocument/2006/relationships/notesMaster" Target="/ppt/notesMasters/notesMaster1.xml" Id="R27d80bf9839242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44bc6077a04c61" /><Relationship Type="http://schemas.openxmlformats.org/officeDocument/2006/relationships/notesMaster" Target="/ppt/notesMasters/notesMaster1.xml" Id="Rd503002d0b574f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6e2888a8b54b7f" /><Relationship Type="http://schemas.openxmlformats.org/officeDocument/2006/relationships/notesMaster" Target="/ppt/notesMasters/notesMaster1.xml" Id="R3ff554b1258a40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280f8145ee4543" /><Relationship Type="http://schemas.openxmlformats.org/officeDocument/2006/relationships/notesMaster" Target="/ppt/notesMasters/notesMaster1.xml" Id="R5971f47e31c34a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dc750109084c27" /><Relationship Type="http://schemas.openxmlformats.org/officeDocument/2006/relationships/notesMaster" Target="/ppt/notesMasters/notesMaster1.xml" Id="Rb6d44878c98a49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87724e87aa4689" /><Relationship Type="http://schemas.openxmlformats.org/officeDocument/2006/relationships/notesMaster" Target="/ppt/notesMasters/notesMaster1.xml" Id="R994ccc33673145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fa5d9094504254" /><Relationship Type="http://schemas.openxmlformats.org/officeDocument/2006/relationships/notesMaster" Target="/ppt/notesMasters/notesMaster1.xml" Id="Rc2109ed20c084d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f32f7a8831420b" /><Relationship Type="http://schemas.openxmlformats.org/officeDocument/2006/relationships/notesMaster" Target="/ppt/notesMasters/notesMaster1.xml" Id="R611043f5d0d343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eee265ffe94ce2" /><Relationship Type="http://schemas.openxmlformats.org/officeDocument/2006/relationships/notesMaster" Target="/ppt/notesMasters/notesMaster1.xml" Id="R489cc0cac13644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c51af57e7747f0" /><Relationship Type="http://schemas.openxmlformats.org/officeDocument/2006/relationships/notesMaster" Target="/ppt/notesMasters/notesMaster1.xml" Id="R21b1c50d420143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4fb3be96c84323" /><Relationship Type="http://schemas.openxmlformats.org/officeDocument/2006/relationships/notesMaster" Target="/ppt/notesMasters/notesMaster1.xml" Id="R54ad27b0c4414b3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f1acc77eec4986" /><Relationship Type="http://schemas.openxmlformats.org/officeDocument/2006/relationships/notesMaster" Target="/ppt/notesMasters/notesMaster1.xml" Id="R7c7eb02d41ab4bf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e4bc37d37fd4e35" /><Relationship Type="http://schemas.openxmlformats.org/officeDocument/2006/relationships/notesMaster" Target="/ppt/notesMasters/notesMaster1.xml" Id="Rceaf20a109f8497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abbdcb30d64b51" /><Relationship Type="http://schemas.openxmlformats.org/officeDocument/2006/relationships/notesMaster" Target="/ppt/notesMasters/notesMaster1.xml" Id="Rcce2ee0522824c4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8fc53e06e149e5" /><Relationship Type="http://schemas.openxmlformats.org/officeDocument/2006/relationships/notesMaster" Target="/ppt/notesMasters/notesMaster1.xml" Id="R75fd621dbb9642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c1c3a92b2284950" /><Relationship Type="http://schemas.openxmlformats.org/officeDocument/2006/relationships/notesMaster" Target="/ppt/notesMasters/notesMaster1.xml" Id="Ra164a95cd3d748f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265bdab03644222" /><Relationship Type="http://schemas.openxmlformats.org/officeDocument/2006/relationships/notesMaster" Target="/ppt/notesMasters/notesMaster1.xml" Id="R94e4854c5ee44e4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27f93278fa649fa" /><Relationship Type="http://schemas.openxmlformats.org/officeDocument/2006/relationships/notesMaster" Target="/ppt/notesMasters/notesMaster1.xml" Id="Rbbaa93b865444d8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4b0415f31374401" /><Relationship Type="http://schemas.openxmlformats.org/officeDocument/2006/relationships/notesMaster" Target="/ppt/notesMasters/notesMaster1.xml" Id="R74ba7cf3a60d40f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2a87a7c52e44a0f" /><Relationship Type="http://schemas.openxmlformats.org/officeDocument/2006/relationships/notesMaster" Target="/ppt/notesMasters/notesMaster1.xml" Id="Rdc27c4de8925472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e2b5e3aa2624555" /><Relationship Type="http://schemas.openxmlformats.org/officeDocument/2006/relationships/notesMaster" Target="/ppt/notesMasters/notesMaster1.xml" Id="R4a8848655c0e437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86685f056f44c00" /><Relationship Type="http://schemas.openxmlformats.org/officeDocument/2006/relationships/notesMaster" Target="/ppt/notesMasters/notesMaster1.xml" Id="R68d6e4abc45a4de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e6d8ce6cf9c4be7" /><Relationship Type="http://schemas.openxmlformats.org/officeDocument/2006/relationships/notesMaster" Target="/ppt/notesMasters/notesMaster1.xml" Id="Re981894b4ae2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本周承接第二周的任务表达，进一步解决需求本身尚未明确时，如何让编码 Agent 先分析再规划。范围限于需求、影响范围与任务拆解。完整实现、上下文工程、工作流、工具调用和测试方法分别留到后续周次。</a:t>
            </a:r>
          </a:p>
          <a:p xmlns:a="http://schemas.openxmlformats.org/drawingml/2006/main">
            <a:r>
              <a:t>
插图：OpenAI ImageGen 生成，2026-09-23。仅作教学示意，不代表真实产品界面。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以“给网站加 Google 登录”和“导出坏了”贯穿讲解。这里的每一步都形成可审查的中间结果，不直接等同于代码实现。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先让学生看到自然语言省略的工程信息。Agent 可以生成代码，但没有证据就替用户决定登录方式或账号规则，可能实现了错误需求。</a:t>
            </a:r>
          </a:p>
          <a:p xmlns:a="http://schemas.openxmlformats.org/drawingml/2006/main">
            <a:r>
              <a:t>
插图：OpenAI ImageGen 生成，2026-09-23。仅作教学示意，不代表真实产品界面。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任务动词决定交付物和是否改变仓库。解释、诊断、规划、审查通常交付报告；实现、修复会改变项目。具体权限仍取决于用户指令和产品界面设置。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资料（访问日期：2026-09-23）：</a:t>
            </a:r>
          </a:p>
          <a:p xmlns:a="http://schemas.openxmlformats.org/drawingml/2006/main">
            <a:r>
              <a:t>https://learn.chatgpt.com/docs/prompting</a:t>
            </a:r>
          </a:p>
          <a:p xmlns:a="http://schemas.openxmlformats.org/drawingml/2006/main">
            <a:r>
              <a:t>https://code.claude.com/docs/en/best-practices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示范如何把含糊动词改写成可检查的解释任务。指出页面、路由、会话服务应以真实仓库证据为准。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 CSV 导出失败为例。诊断阶段先记录页面提示成功但未下载的事实，不能直接假定响应头错误。修复阶段才执行改动。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复合任务要交代阶段顺序与转入条件。官方资料建议复杂、跨文件或不确定任务先调查和规划；实际是否进入修改，还要遵守具体产品与当前授权。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资料（访问日期：2026-09-23）：</a:t>
            </a:r>
          </a:p>
          <a:p xmlns:a="http://schemas.openxmlformats.org/drawingml/2006/main">
            <a:r>
              <a:t>https://learn.chatgpt.com/docs/prompting</a:t>
            </a:r>
          </a:p>
          <a:p xmlns:a="http://schemas.openxmlformats.org/drawingml/2006/main">
            <a:r>
              <a:t>https://code.claude.com/docs/en/best-practices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六个问题用于发现会改变系统行为的空白，不要求每次机械填满。登录场景中，未登录访客从受保护页面发起登录，成功后应回原页面，失败不应建立会话。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场景包含角色、入口、操作、实际与期望行为。讲义还给出浏览器和数据量等复现条件，讲解时作为例子说明这些材料如何帮助 Agent 定位。</a:t>
            </a:r>
          </a:p>
          <a:p xmlns:a="http://schemas.openxmlformats.org/drawingml/2006/main">
            <a:r>
              <a:t>
插图：OpenAI ImageGen 生成，2026-09-23。仅作教学示意，不代表真实产品界面。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四类信息分别承担不同作用。功能描述行为，非功能描述质量，约束限制实现，验收标准规定可观察结果。OAuth 安全项只作为需求分析中的待验证条件，不展开实现机制。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资料（访问日期：2026-09-23）：</a:t>
            </a:r>
          </a:p>
          <a:p xmlns:a="http://schemas.openxmlformats.org/drawingml/2006/main">
            <a:r>
              <a:t>https://developers.google.com/identity/protocols/oauth2/web-server</a:t>
            </a:r>
          </a:p>
          <a:p xmlns:a="http://schemas.openxmlformats.org/drawingml/2006/main">
            <a:r>
              <a:t>https://www.rfc-editor.org/rfc/rfc9700.html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目标回答最终状态，任务清单回答如何达到。示例中的 HTTP 400 只是讲义场景的目标示意，不代表任何真实仓库已有该行为。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若从目标直接跳到文件修改清单，容易漏掉用户实际要看到的行为。停用后已有会话是否立即失效，需要在实施前明确。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根据讲义示例讲解范围内和范围外。不要把范围外写成永不实现，只表示当前交付不包含。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这里的项目事实属于教学案例假设。真实工作中必须给出文件或运行证据。相同 email 不自动证明身份可安全绑定，这需要产品与安全策略。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强调“可能”与其证据。推断有助于分析，但不能偷换为已经批准的架构决定。Session 是保存连续请求登录状态的信息。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认证代码在哪里、测试框架是什么通常能从项目查到。首次登录是否自动开户、停用后是否撤销旧会话则可能改变产品行为，应由负责人确认。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向决策者说明两种选项的行为与代价，再请求业务决定。此页是需求澄清示例，不能断言某个真实项目已经支持按用户撤销。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 Agent 从实际入口追踪调用关系。文件名只是线索，是否受影响要引用路由注册、调用、配置读取或测试证据。OAuth 流程涉及发起与回调两个入口。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资料（访问日期：2026-09-23）：</a:t>
            </a:r>
          </a:p>
          <a:p xmlns:a="http://schemas.openxmlformats.org/drawingml/2006/main">
            <a:r>
              <a:t>https://developers.google.com/identity/protocols/oauth2/web-server</a:t>
            </a:r>
          </a:p>
          <a:p xmlns:a="http://schemas.openxmlformats.org/drawingml/2006/main">
            <a:r>
              <a:t>
插图：OpenAI ImageGen 生成，2026-09-23。仅作教学示意，不代表真实产品界面。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没有真实仓库时只能写组件，不能虚构路径。待调查项须附确认方法，例如检查用户模型是否已有 provider identity 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逐项展示如何把影响范围表从猜测变成可审查记录。下一周才系统讲项目上下文，第五周才系统讲代码阅读；本周仅使用足够的读取来支撑任务规划。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任务要对应行为、前置条件和完成证据。后端、前端、测试只是工作区域，不说明任务是否完成。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任务描述不一定机械写满表格，但这些信息必须能够追溯。以“定义 OAuth 回调行为”为例，其前置依赖是账号绑定规则，验证需覆盖成功、取消和异常响应。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判断粒度看能否指出输入和结果，失败时能否定位，是否仍服务整体目标。不同项目没有固定任务行数。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账号策略会影响模型与回调设计，因此依赖优先。身份标识、会话撤销和迁移兼容等高风险未知项也应尽早验证。具体实现与测试技术留到后续周。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不要仅标 P0、P1、P2。紧急缺陷也需最小需求分析：实际、期望、影响用户、复现方式和不应破坏的既有行为。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五层结构帮助检查上下层是否一致。此页的技术任务是组件级计划，真实项目必须结合仓库确认。Google 的 Web 服务器授权流程包含重定向、回调和令牌交换，但登录身份关联仍由应用自行设计。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资料（访问日期：2026-09-23）：</a:t>
            </a:r>
          </a:p>
          <a:p xmlns:a="http://schemas.openxmlformats.org/drawingml/2006/main">
            <a:r>
              <a:t>https://developers.google.com/identity/protocols/oauth2/web-server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官方文档说明授权重定向、state 参数与客户端密钥存放。RFC 9700 说明 OAuth 安全最佳实践。这里仅把它们列为规划时要验证的条件，不替代具体实现设计。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资料（访问日期：2026-09-23）：</a:t>
            </a:r>
          </a:p>
          <a:p xmlns:a="http://schemas.openxmlformats.org/drawingml/2006/main">
            <a:r>
              <a:t>https://developers.google.com/identity/protocols/oauth2/web-server</a:t>
            </a:r>
          </a:p>
          <a:p xmlns:a="http://schemas.openxmlformats.org/drawingml/2006/main">
            <a:r>
              <a:t>https://www.rfc-editor.org/rfc/rfc9700.html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讲解每一步的前置条件与完成证据。强调在未拿到仓库时，计划只能用组件名称，不能捏造文件名。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导出案例展示修复类需求如何由现象走向计划。不要先断言根因；若需要改变文件格式或权限，先确认需求边界。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以此页收束分析结果。检查表不是课堂作业或评分标准，而是教师讲授一份计划如何自检。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总结本周主线。第二周解决任务如何表达，本周解决任务本身如何成立。第四周继续讲上下文与项目指令，第五周继续讲系统化代码阅读。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23b7b81004f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6bb552a88448ea" /><Relationship Type="http://schemas.openxmlformats.org/officeDocument/2006/relationships/slideLayout" Target="/ppt/slideLayouts/slideLayout1.xml" Id="Rd02418bbc25a4a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2418bbc25a4a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ef5f8ff0f4234" /><Relationship Type="http://schemas.openxmlformats.org/officeDocument/2006/relationships/image" Target="/ppt/media/image.png" Id="R75f0dd67a74a4096" /><Relationship Type="http://schemas.openxmlformats.org/officeDocument/2006/relationships/notesSlide" Target="/ppt/notesSlides/notesSlide1.xml" Id="R226af3bf98fc4e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c6d1374314055" /><Relationship Type="http://schemas.openxmlformats.org/officeDocument/2006/relationships/notesSlide" Target="/ppt/notesSlides/notesSlide2.xml" Id="R314e1f7953aa46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353e00d1f437c" /><Relationship Type="http://schemas.openxmlformats.org/officeDocument/2006/relationships/image" Target="/ppt/media/image2.png" Id="Ra28159489c274b03" /><Relationship Type="http://schemas.openxmlformats.org/officeDocument/2006/relationships/notesSlide" Target="/ppt/notesSlides/notesSlide3.xml" Id="Rdd284e609c8f4e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a606d5d8c4e5e" /><Relationship Type="http://schemas.openxmlformats.org/officeDocument/2006/relationships/notesSlide" Target="/ppt/notesSlides/notesSlide4.xml" Id="R1b3c684f44d142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e573c5be044c4" /><Relationship Type="http://schemas.openxmlformats.org/officeDocument/2006/relationships/notesSlide" Target="/ppt/notesSlides/notesSlide5.xml" Id="R31fb71785fcd49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b4f0dfef4492d" /><Relationship Type="http://schemas.openxmlformats.org/officeDocument/2006/relationships/notesSlide" Target="/ppt/notesSlides/notesSlide6.xml" Id="R09e8719d56be48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f786cef1f4458" /><Relationship Type="http://schemas.openxmlformats.org/officeDocument/2006/relationships/notesSlide" Target="/ppt/notesSlides/notesSlide7.xml" Id="R70e8219575ed49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283e820fa4f6d" /><Relationship Type="http://schemas.openxmlformats.org/officeDocument/2006/relationships/notesSlide" Target="/ppt/notesSlides/notesSlide8.xml" Id="Rb7d8547a381246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0a735a205f440e" /><Relationship Type="http://schemas.openxmlformats.org/officeDocument/2006/relationships/image" Target="/ppt/media/image3.png" Id="R18579b5361fc4f52" /><Relationship Type="http://schemas.openxmlformats.org/officeDocument/2006/relationships/notesSlide" Target="/ppt/notesSlides/notesSlide9.xml" Id="Rd7a5beb3810d48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0e7057f4749ee" /><Relationship Type="http://schemas.openxmlformats.org/officeDocument/2006/relationships/notesSlide" Target="/ppt/notesSlides/notesSlide10.xml" Id="Ra9cf95df151e4b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ed6d2c17b4eee" /><Relationship Type="http://schemas.openxmlformats.org/officeDocument/2006/relationships/notesSlide" Target="/ppt/notesSlides/notesSlide11.xml" Id="R9bbb01acbf1341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b15e1ec3646d8" /><Relationship Type="http://schemas.openxmlformats.org/officeDocument/2006/relationships/notesSlide" Target="/ppt/notesSlides/notesSlide12.xml" Id="Re79f0a80c6e648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59dbbd11e4d54" /><Relationship Type="http://schemas.openxmlformats.org/officeDocument/2006/relationships/notesSlide" Target="/ppt/notesSlides/notesSlide13.xml" Id="R6daa2c18d84c46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fae7d4cfb4ff5" /><Relationship Type="http://schemas.openxmlformats.org/officeDocument/2006/relationships/notesSlide" Target="/ppt/notesSlides/notesSlide14.xml" Id="Rb28dec7ba93445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8a7e293b949ad" /><Relationship Type="http://schemas.openxmlformats.org/officeDocument/2006/relationships/notesSlide" Target="/ppt/notesSlides/notesSlide15.xml" Id="R531c180e0f2640b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8e01871a24843" /><Relationship Type="http://schemas.openxmlformats.org/officeDocument/2006/relationships/notesSlide" Target="/ppt/notesSlides/notesSlide16.xml" Id="Rc4375903aee8449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9312424414844" /><Relationship Type="http://schemas.openxmlformats.org/officeDocument/2006/relationships/notesSlide" Target="/ppt/notesSlides/notesSlide17.xml" Id="Ra2eb38c561ec4f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ebb2bb4364c39" /><Relationship Type="http://schemas.openxmlformats.org/officeDocument/2006/relationships/image" Target="/ppt/media/image4.png" Id="Rfb9a61cff633457c" /><Relationship Type="http://schemas.openxmlformats.org/officeDocument/2006/relationships/notesSlide" Target="/ppt/notesSlides/notesSlide18.xml" Id="Rd87130ea463c4d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7e7d81bb74113" /><Relationship Type="http://schemas.openxmlformats.org/officeDocument/2006/relationships/notesSlide" Target="/ppt/notesSlides/notesSlide19.xml" Id="Rb1be4435f77f4d8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30d34331142f8" /><Relationship Type="http://schemas.openxmlformats.org/officeDocument/2006/relationships/notesSlide" Target="/ppt/notesSlides/notesSlide20.xml" Id="R4dd5fa0ebb6f4c1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19d7e0eb94a10" /><Relationship Type="http://schemas.openxmlformats.org/officeDocument/2006/relationships/notesSlide" Target="/ppt/notesSlides/notesSlide21.xml" Id="R3b09510865f34b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8ebf90ad14993" /><Relationship Type="http://schemas.openxmlformats.org/officeDocument/2006/relationships/notesSlide" Target="/ppt/notesSlides/notesSlide22.xml" Id="R5298c9c456ae4c9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24e4ac7f44444" /><Relationship Type="http://schemas.openxmlformats.org/officeDocument/2006/relationships/notesSlide" Target="/ppt/notesSlides/notesSlide23.xml" Id="Reaafe4ee5d80492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a28ba976e4b59" /><Relationship Type="http://schemas.openxmlformats.org/officeDocument/2006/relationships/notesSlide" Target="/ppt/notesSlides/notesSlide24.xml" Id="R3b13e895369f4d7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c16653ae24aa7" /><Relationship Type="http://schemas.openxmlformats.org/officeDocument/2006/relationships/notesSlide" Target="/ppt/notesSlides/notesSlide25.xml" Id="R3e2fc0ec817c44d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c83f40d0e4a00" /><Relationship Type="http://schemas.openxmlformats.org/officeDocument/2006/relationships/notesSlide" Target="/ppt/notesSlides/notesSlide26.xml" Id="Rda4ab8b0b72b45e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ec336313c475c" /><Relationship Type="http://schemas.openxmlformats.org/officeDocument/2006/relationships/notesSlide" Target="/ppt/notesSlides/notesSlide27.xml" Id="R10874ae147654ad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e9567724a4363" /><Relationship Type="http://schemas.openxmlformats.org/officeDocument/2006/relationships/notesSlide" Target="/ppt/notesSlides/notesSlide28.xml" Id="R6458fdc6a6c84d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902fac5f64c3e" /><Relationship Type="http://schemas.openxmlformats.org/officeDocument/2006/relationships/notesSlide" Target="/ppt/notesSlides/notesSlide29.xml" Id="R0eaa8891e88044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bc3fada874a3a" /><Relationship Type="http://schemas.openxmlformats.org/officeDocument/2006/relationships/notesSlide" Target="/ppt/notesSlides/notesSlide30.xml" Id="R8d7cefacec5b46f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9edec82a1488b" /><Relationship Type="http://schemas.openxmlformats.org/officeDocument/2006/relationships/notesSlide" Target="/ppt/notesSlides/notesSlide31.xml" Id="R500d987ecbda4f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C1E91-4856-4A51-A11A-1A91D3AA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23900"/>
            <a:ext cx="2095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13706-DFA4-4E59-92BF-5F3E782A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需求分析与</a:t>
            </a:r>
          </a:p>
          <a:p xmlns:a="http://schemas.openxmlformats.org/drawingml/2006/main">
            <a:pPr>
              <a:buNone/>
              <a:defRPr sz="4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7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任务拆解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F7F24-8EF6-41E0-8D03-945435E0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D7EEE4"/>
                </a:solidFill>
                <a:latin typeface="Hiragino Sans GB"/>
                <a:ea typeface="Hiragino Sans GB"/>
                <a:cs typeface="Hiragino Sans GB"/>
              </a:rPr>
              <a:t>AI 人机协作课程  ·  第三周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0dd67a74a4096"/>
          <a:stretch xmlns:a="http://schemas.openxmlformats.org/drawingml/2006/main"/>
        </p:blipFill>
        <p:spPr>
          <a:xfrm xmlns:a="http://schemas.openxmlformats.org/drawingml/2006/main">
            <a:off x="7048500" y="1619250"/>
            <a:ext cx="4381500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7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CCC07-8B05-4CC5-A252-A59A3861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WEEK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44CD1-916B-4CB8-A384-C781CEF3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本周学习路线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4540A-7DB5-41B8-ACB9-AFB6C6B2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C59C3-559F-4C86-9D66-ACEFA351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识别任务类型与用户场景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FB8AD-3882-426E-8A3C-B78E7A82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E7613-215A-4895-B0EF-5ADFEE0B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146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形成可验证的需求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84437-3638-4D6E-91A5-A73C9907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96334-37EF-4B01-8D12-6357D3E4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区分事实、推断与待确认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717EF-1BC3-4C65-BED2-3DA49B00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BC00C-DAD2-4F66-B61A-3E45E3CD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053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识别项目影响范围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899A9-BFE8-44AF-866B-036D3319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FE501-FE82-4B56-9572-1BEAFA06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拆分任务并安排顺序</a:t>
            </a:r>
          </a:p>
        </p:txBody>
      </p:sp>
    </p:spTree>
    <p:extLst>
      <p:ext uri="{BB962C8B-B14F-4D97-AF65-F5344CB8AC3E}">
        <p14:creationId xmlns:p14="http://schemas.microsoft.com/office/powerpoint/2010/main" val="807775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C6FB5-B378-4562-B9C4-29F33B03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任务边界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94396-5F9C-482A-BF4C-8346A49E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一句需求留下了多少选择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E59C2-2A9B-49B5-8490-5BAC0F62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“给系统加一个登录功能”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53B17-D5EF-449D-B16D-756AA588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登录方式、账号来源、成功后去向都未说明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4E66B-E43C-43FA-B696-DE518D2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这些选择会改变页面、数据、配置与验证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159489c274b03"/>
          <a:stretch xmlns:a="http://schemas.openxmlformats.org/drawingml/2006/main"/>
        </p:blipFill>
        <p:spPr>
          <a:xfrm xmlns:a="http://schemas.openxmlformats.org/drawingml/2006/main">
            <a:off x="8334375" y="2286000"/>
            <a:ext cx="3143250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9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A7051-713D-47E6-97CF-4D466647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任务边界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0DFA0-3BCC-4DF6-829C-1C6CD646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先确定 Agent 要做什么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3D0F2-AB9F-434A-A4A7-63174916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只读任务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3F8A9-1235-4346-9878-10ECD994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修改任务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24FBD-03F3-4D89-A393-211BC6B2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解释现状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D9DAF-1D51-4F84-B590-6C147D75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诊断原因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29014-E846-4C5C-9C44-D1DAF62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规划步骤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5495F-7A1F-4C0E-AD7C-232BA5E8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149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审查变更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32030-94BF-457B-AC11-BD99032B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实现新行为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23365-C4CB-4E06-ACD6-50D27802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修复已确认缺陷</a:t>
            </a:r>
          </a:p>
        </p:txBody>
      </p:sp>
    </p:spTree>
    <p:extLst>
      <p:ext uri="{BB962C8B-B14F-4D97-AF65-F5344CB8AC3E}">
        <p14:creationId xmlns:p14="http://schemas.microsoft.com/office/powerpoint/2010/main" val="1312725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49686-3C87-45A4-AC7C-F55A0DDB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任务边界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AC30C-AFB2-490B-9185-3A40CB39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“看看登录模块”不够明确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0A5F2-9ECE-4542-A9D2-38B42612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解释当前登录请求如何创建会话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CE336-5AFB-4E2A-BFD4-769478AE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列出涉及的模块与职责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2A8AD-F0C2-4804-9A6D-BD41AD21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交付流程说明，不修改文件</a:t>
            </a:r>
          </a:p>
        </p:txBody>
      </p:sp>
    </p:spTree>
    <p:extLst>
      <p:ext uri="{BB962C8B-B14F-4D97-AF65-F5344CB8AC3E}">
        <p14:creationId xmlns:p14="http://schemas.microsoft.com/office/powerpoint/2010/main" val="475769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68AC3-51C7-49C8-A510-22F7DEDF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任务边界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C6617-F6F4-4088-B4CF-BC9F92C5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诊断与修复的交付不同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67B93-40A3-4FD1-B080-FABF23C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诊断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4115C5-0895-41CA-BE71-D1CCD8F8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7AA9B-1AC0-4ADF-8F67-E1218F71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复现实际行为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2968E-BF62-4F4F-876B-072931E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收集日志或请求证据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C21C8-1FC8-4C13-A223-068F4A5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定位根因或候选原因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FFF6D-3C08-49D3-A2D5-20538F1C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保持既有接口和格式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BD6DF-D563-44BE-AE50-695679D4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实施最小改动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F4BE6-1B1F-4AD5-8E2B-5CEA2FF7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用原场景验证结果</a:t>
            </a:r>
          </a:p>
        </p:txBody>
      </p:sp>
    </p:spTree>
    <p:extLst>
      <p:ext uri="{BB962C8B-B14F-4D97-AF65-F5344CB8AC3E}">
        <p14:creationId xmlns:p14="http://schemas.microsoft.com/office/powerpoint/2010/main" val="2072005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CF42D-29E0-4AB1-A3E9-EA8FA93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任务边界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BB9D5-6450-4B68-BD47-292F4B96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复杂任务先写清阶段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CD30A-7FAD-42E6-BE08-0530D33E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先诊断导出失败的根因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723F6-01FF-4B4E-8137-A48A7E9A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证据足够时再做最小修复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68D580-3ADB-41DB-AA06-94C87A5E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若必须改变 CSV 格式或权限，先确认</a:t>
            </a:r>
          </a:p>
        </p:txBody>
      </p:sp>
    </p:spTree>
    <p:extLst>
      <p:ext uri="{BB962C8B-B14F-4D97-AF65-F5344CB8AC3E}">
        <p14:creationId xmlns:p14="http://schemas.microsoft.com/office/powerpoint/2010/main" val="20576396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B7478-52C7-404A-937F-5E6C8E8A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用户场景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EAA7D-116A-4D16-A35F-4A87C227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六个问题还原用户场景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4DE7D-B0F4-4FA5-8F4B-975A3C60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43FFB-684F-4F99-8322-F4A7340F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谁在使用，具有什么权限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6A7A2-C357-4A08-B0DD-24BD57A2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C4F14-71FB-4C98-9D67-3E760CE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146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从哪个入口，在什么状态下操作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54FCD-1247-4D3D-88BF-D1156D30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D3C67-3DE1-4C50-A560-4DD3D21F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用户做了什么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371B1-5627-4D0E-A6D9-2EEE9D4E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ED18A-0253-438D-B8E8-66E0C982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053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期望看到什么结果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FA9D7C-7A71-4F19-9114-B38D6403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2A6AF-ADCD-4EF2-88CC-91E2CAB7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失败时应怎样处理</a:t>
            </a:r>
          </a:p>
        </p:txBody>
      </p:sp>
    </p:spTree>
    <p:extLst>
      <p:ext uri="{BB962C8B-B14F-4D97-AF65-F5344CB8AC3E}">
        <p14:creationId xmlns:p14="http://schemas.microsoft.com/office/powerpoint/2010/main" val="6082203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B2D13-7E44-42E6-8667-795E7413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  用户场景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F6544-A1FF-4776-AF04-F90D49CE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“导出坏了”改写为可定位场景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85B02-D9AC-4C8E-975C-FD7636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管理员在订单列表点击“导出 CSV”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890D7-5FAD-41EE-9AAA-D6339345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页面提示成功，浏览器没有下载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11421-354A-47B8-8829-915D2233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期望导出当前筛选结果，列名与顺序保持不变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79b5361fc4f52"/>
          <a:stretch xmlns:a="http://schemas.openxmlformats.org/drawingml/2006/main"/>
        </p:blipFill>
        <p:spPr>
          <a:xfrm xmlns:a="http://schemas.openxmlformats.org/drawingml/2006/main">
            <a:off x="8763000" y="2171700"/>
            <a:ext cx="2714625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545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81980-4EAE-4D27-A664-56A36843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可验证需求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EC8AD9-33DF-4362-99A4-0860C55F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需求的四类信息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8EEA9-AF71-419B-B274-A013A0BE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描述要做什么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02D28-7781-48B6-B65E-845B7184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描述边界与完成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4E525-7D37-4719-8391-9E7985F8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功能需求：用户可用学校账号登录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12ED6-CC79-41E6-BB4D-EB6EAF32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非功能需求：回调不能开放重定向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F15A7-FB29-4051-97F8-EA4245B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约束：密钥不进入仓库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11F9E-DDB3-4AB7-B841-6BE26B9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验收：取消授权不创建会话</a:t>
            </a:r>
          </a:p>
        </p:txBody>
      </p:sp>
    </p:spTree>
    <p:extLst>
      <p:ext uri="{BB962C8B-B14F-4D97-AF65-F5344CB8AC3E}">
        <p14:creationId xmlns:p14="http://schemas.microsoft.com/office/powerpoint/2010/main" val="20413743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93058-8722-4827-8D9D-874D3892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可验证需求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353D1-5852-470B-8618-0CEA5339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开发目标写成结果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19ED4-5865-4422-BF3B-26671DB5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对象 + 行为 + 范围 + 完成状态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CE151-D956-4BB5-97C4-3170FA8F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例如：修复搜索接口的空输入行为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3677C-EAA2-4A6B-8C21-5D181FFE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空字符串与空格返回 400，正常搜索保持不变</a:t>
            </a:r>
          </a:p>
        </p:txBody>
      </p:sp>
    </p:spTree>
    <p:extLst>
      <p:ext uri="{BB962C8B-B14F-4D97-AF65-F5344CB8AC3E}">
        <p14:creationId xmlns:p14="http://schemas.microsoft.com/office/powerpoint/2010/main" val="6487330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A5772-D05F-4007-BAB0-8B0482C2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可验证需求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B4230-0E0D-4931-9D74-C2B00AD2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目标与任务清单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FF335-00F9-4FAC-893A-555DE76F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3EDEF-470F-4C02-BDD2-4313622B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7016D-1BE4-4238-99FD-824F6E03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管理员停用账号后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E6424-33A9-4B19-91CF-E9477512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该账号不能继续访问受保护资源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61539-70E6-4563-BD79-A25C6A95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确认会话撤销规则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217C3-AD2D-454C-96F7-A4C20C93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调整状态、接口与页面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4BA0B-FD04-49BA-A314-C8745AB7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记录完成证据</a:t>
            </a:r>
          </a:p>
        </p:txBody>
      </p:sp>
    </p:spTree>
    <p:extLst>
      <p:ext uri="{BB962C8B-B14F-4D97-AF65-F5344CB8AC3E}">
        <p14:creationId xmlns:p14="http://schemas.microsoft.com/office/powerpoint/2010/main" val="2329755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471CC-341D-4D6C-BE8B-89D42D4B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  可验证需求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C1732-6EAC-4FA1-9079-95D7FC53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范围外事项控制交付边界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DED55-3897-4636-8F53-4CC0243F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本次：Google 登录、回调与错误提示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23270-94BC-411B-B437-4999DFE3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范围外：其他提供商、移动端、账号合并后台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97EA04-D871-49C6-BF8D-973795B4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范围外内容仍可记录，但不进入本次计划</a:t>
            </a:r>
          </a:p>
        </p:txBody>
      </p:sp>
    </p:spTree>
    <p:extLst>
      <p:ext uri="{BB962C8B-B14F-4D97-AF65-F5344CB8AC3E}">
        <p14:creationId xmlns:p14="http://schemas.microsoft.com/office/powerpoint/2010/main" val="703284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BDAF9-8136-42D9-8AA7-2FC9F1FA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不确定性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AB8B4-9A2E-4DA6-8128-2B55AF28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事实、推断、待确认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EDC84-8D65-403C-B907-D9CA5868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可由证据支持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32BCF-1751-432C-AB31-F1DB08BA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仍需明确标记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CDAD29-A817-4058-AC2E-847E466A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事实：项目已有密码登录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6ACD2-85B0-48B6-B133-D0B7CD84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证据：路由、服务或测试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52E96-0DDC-4713-A325-82FB69A1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推断：可能复用会话服务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8F6B1-9398-461A-AC1D-B0E1362D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待确认：首次登录是否自动开户</a:t>
            </a:r>
          </a:p>
        </p:txBody>
      </p:sp>
    </p:spTree>
    <p:extLst>
      <p:ext uri="{BB962C8B-B14F-4D97-AF65-F5344CB8AC3E}">
        <p14:creationId xmlns:p14="http://schemas.microsoft.com/office/powerpoint/2010/main" val="285051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F248C-D8D6-4204-B1A7-44F5EC71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不确定性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2B8B0-2A62-49AA-BE09-36239942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推断要写明依据和影响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5A938-D34A-4DBC-A3D1-8DBEECF7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可能复用现有 session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48C2F-B2D3-43D2-B904-5F7BC043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依据：密码登录与退出都调用该服务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1E4D9-C833-4403-A566-94A51CA3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若改用另一种会话方案，页面中间件需重新评估</a:t>
            </a:r>
          </a:p>
        </p:txBody>
      </p:sp>
    </p:spTree>
    <p:extLst>
      <p:ext uri="{BB962C8B-B14F-4D97-AF65-F5344CB8AC3E}">
        <p14:creationId xmlns:p14="http://schemas.microsoft.com/office/powerpoint/2010/main" val="5266184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D6EFC-72AA-46E7-BB26-17D6E53E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不确定性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AC251-9F0E-468D-B3F2-CB638E5C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哪些问题值得问用户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F28B3-FA18-4BB7-8944-40ED8228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75918-2188-493B-9A1E-0D2B5A0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先查需求文本是否已有答案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A5181-FB0D-49F2-A7A4-7552582A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5E709-175E-417A-98BC-00306008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0032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再查仓库、测试与现有文档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9C5B4-8F9F-4699-B453-BD5BD962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A5B765-7144-47EC-8565-0CF68977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814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判断答案是否改变交付或风险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7A9D4-9B4D-4338-BFCB-D0640FA9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768AB-497B-415C-9872-A7A9DADB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624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先做不依赖答案的只读分析</a:t>
            </a:r>
          </a:p>
        </p:txBody>
      </p:sp>
    </p:spTree>
    <p:extLst>
      <p:ext uri="{BB962C8B-B14F-4D97-AF65-F5344CB8AC3E}">
        <p14:creationId xmlns:p14="http://schemas.microsoft.com/office/powerpoint/2010/main" val="20261325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50E4E-A128-4842-9EC2-90A865CC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  不确定性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7A980-EF47-453D-A9D7-008AF918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澄清问题附带选择影响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50353-A5E3-4B79-856D-41F482A2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立即撤销旧会话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D4D2B-FF48-4B42-9C3D-714CA36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等待旧会话过期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5FB51-C01C-4FFC-9E0C-D75F6224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停用马上生效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51797-1620-4187-9BDF-AB441D4E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需确认会话存储支持按用户撤销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7B27B-8050-4D42-AAFB-B5424F03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改动可能较小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A895F-943E-4808-9A6A-4468C60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停用不会立即阻止已有访问</a:t>
            </a:r>
          </a:p>
        </p:txBody>
      </p:sp>
    </p:spTree>
    <p:extLst>
      <p:ext uri="{BB962C8B-B14F-4D97-AF65-F5344CB8AC3E}">
        <p14:creationId xmlns:p14="http://schemas.microsoft.com/office/powerpoint/2010/main" val="787106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0B6E8-DB7F-4E7A-9F99-4A8ABB92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影响范围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D4505-D787-4642-B04F-FDCAC96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从入口追踪到交付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EC2F8-826B-4D6E-96DC-339919D58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D7314-7D1E-4E07-AE98-CBAC0E1B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页面、HTTP 接口或其他调用入口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358B4-80AE-47CA-93A6-44FCFE9D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F9370-A25C-43E4-9D21-31FEFDE2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0032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路由、服务与用户模型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581F4-5C85-4B9A-9DEE-431BCC9B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BD95EA-04BB-4C78-BCAD-B9BEE13E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814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外部身份服务与环境配置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B3D5E-EE28-45A5-A60A-769FA2D1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5C883-6EF8-4DB1-90DC-E1B1E708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624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测试、日志和部署说明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9a61cff633457c"/>
          <a:stretch xmlns:a="http://schemas.openxmlformats.org/drawingml/2006/main"/>
        </p:blipFill>
        <p:spPr>
          <a:xfrm xmlns:a="http://schemas.openxmlformats.org/drawingml/2006/main">
            <a:off x="8524875" y="2047875"/>
            <a:ext cx="3000375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6512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4E7F7-A9BE-4018-8AD2-2335A830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影响范围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01AD85-8331-40EC-A116-5C035DCD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影响范围要区分确定和候选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E86C8-10BF-4A06-BBED-9FDE9AED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较确定的组件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FD8B2-DFBD-4C43-883B-532B4681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待调查的组件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6972B-0C06-4409-835E-21C2D1AE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登录入口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3021A-15EB-45C5-83CF-3A8C525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授权与回调处理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1C9CE-366A-478A-A487-C0CD5D1D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本地会话创建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14383-9932-47DE-8180-38808727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用户表迁移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6763B-F638-4C71-88C3-26E86167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账号绑定页面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C0079-7DE2-4E7F-9CFB-31971ED9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审计日志</a:t>
            </a:r>
          </a:p>
        </p:txBody>
      </p:sp>
    </p:spTree>
    <p:extLst>
      <p:ext uri="{BB962C8B-B14F-4D97-AF65-F5344CB8AC3E}">
        <p14:creationId xmlns:p14="http://schemas.microsoft.com/office/powerpoint/2010/main" val="7939428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D731B-F847-45F9-8DAE-30AD8768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影响范围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55684-56D2-4B52-A25E-40BFE5FB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影响范围表需要证据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75403-8AED-422C-A636-157391A6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组件 / 当前职责 / 受影响原因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768D0-31D3-4448-8274-A173F083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证据：实际文件、路由、调用或测试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E7FC5-B820-42A8-ABAD-28F1821C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处理：复用、修改、新增或待确认</a:t>
            </a:r>
          </a:p>
        </p:txBody>
      </p:sp>
    </p:spTree>
    <p:extLst>
      <p:ext uri="{BB962C8B-B14F-4D97-AF65-F5344CB8AC3E}">
        <p14:creationId xmlns:p14="http://schemas.microsoft.com/office/powerpoint/2010/main" val="13647602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5B9015-9728-4A77-B26A-FCCE4065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任务拆解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757C8-277E-4BC7-BD62-524FCCF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低质量与可执行清单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890F1-D758-4A72-A754-E503DC27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过于笼统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C05E8-5D67-4459-963A-58E18A9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可检查的任务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9A477-4822-485C-8423-E7A6F37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做后端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A5B01-B4EF-4796-8349-0D7A922A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做前端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30EFE-7F32-4564-9E96-18974673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2B5D1-346F-417D-842F-0C482CC3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定义回调成功与失败行为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527E8-C9BC-460F-B02D-26AF9BD4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复用会话创建并保持密码登录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735ED-A7AA-4D2F-9F09-DD68B8E1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验证取消与异常状态</a:t>
            </a:r>
          </a:p>
        </p:txBody>
      </p:sp>
    </p:spTree>
    <p:extLst>
      <p:ext uri="{BB962C8B-B14F-4D97-AF65-F5344CB8AC3E}">
        <p14:creationId xmlns:p14="http://schemas.microsoft.com/office/powerpoint/2010/main" val="52964601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A7E9C-B1D4-4B6B-B556-8C65F6E0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任务拆解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06500-3B6B-4E4B-9F21-7FB70B95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一项任务应包含什么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1BB6D-52AC-4BEF-811A-D45774A7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4373E-37EA-4791-88A0-A19BBAB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单一目标与影响组件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B3216-2121-40AC-8489-4C8166A8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27D13-2884-4D32-A8EE-891F566C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60032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前置依赖与预期结果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03F93-7EE8-40F8-86D0-5F4C4F5F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F4A748-EC54-4E6B-A853-1914BD45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5814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可检查的完成证据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85415-998B-4080-93FD-77CBE65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61987-F4F3-42D0-A326-30A800BF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624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主要风险与待确认事项</a:t>
            </a:r>
          </a:p>
        </p:txBody>
      </p:sp>
    </p:spTree>
    <p:extLst>
      <p:ext uri="{BB962C8B-B14F-4D97-AF65-F5344CB8AC3E}">
        <p14:creationId xmlns:p14="http://schemas.microsoft.com/office/powerpoint/2010/main" val="49356842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9B460-2497-432C-AF5B-80FF1B43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任务拆解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3FD89-02D5-47C8-B4DD-8F813B9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合适的任务粒度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9C0C9-CC00-4DC7-9F31-BF157EB8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一个主要目的，可以单独验证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91806-FF27-4231-AA70-6BF026F5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过粗：完成整个登录模块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E8C4C-FB74-4C07-876C-5E40C920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过细：每个变量都单列任务</a:t>
            </a:r>
          </a:p>
        </p:txBody>
      </p:sp>
    </p:spTree>
    <p:extLst>
      <p:ext uri="{BB962C8B-B14F-4D97-AF65-F5344CB8AC3E}">
        <p14:creationId xmlns:p14="http://schemas.microsoft.com/office/powerpoint/2010/main" val="3001989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FCC37-5061-4396-B983-45D2C921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EF207-5A20-4E0A-9FD2-D7B13066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排序先看依赖和风险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818DF9-CF2E-4310-A0A7-5AECA6AE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116A7-5EE2-4C48-9D82-76F5DF2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先确认账号绑定与开户规则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6AB94-53D3-45B2-BEEA-31CB475C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36948-2C78-490E-9A74-143B4C0E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146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再追踪现有认证与会话流程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B919C-ABE7-4FA3-ABC7-16BE8243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1319A-54CA-41FA-9061-B81CEDCD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定义接口与数据设计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76682-9575-47B1-BD4C-25CA3A46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59214-0CDA-43CE-99E3-421C70C5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053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实现入口、回调与页面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47B10-6290-49E9-AB35-5C7D4B3F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FF35E-0F35-4B1B-A775-B5EB82D2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最后按验收场景核对</a:t>
            </a:r>
          </a:p>
        </p:txBody>
      </p:sp>
    </p:spTree>
    <p:extLst>
      <p:ext uri="{BB962C8B-B14F-4D97-AF65-F5344CB8AC3E}">
        <p14:creationId xmlns:p14="http://schemas.microsoft.com/office/powerpoint/2010/main" val="81852479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7596B-FF4A-4259-B75C-E3C275D0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  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5645F-56D8-4E5F-9240-59CE6001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优先级需要理由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82EE9-703F-404B-B311-A672072D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依赖和风险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46FB6-2388-4DD3-96B9-5A74D803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价值和成本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348F2-AFA2-4256-BB91-3426C03B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哪个决定会改变后续方案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4ACAC-FDFB-4EAA-A16B-0F5A959D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哪个未知项会造成返工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717A4-25DF-4930-A225-7342F716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哪项能独立交付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BAFE2-C04F-4BBD-A951-7A556EE1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哪项阻塞其他工作</a:t>
            </a:r>
          </a:p>
        </p:txBody>
      </p:sp>
    </p:spTree>
    <p:extLst>
      <p:ext uri="{BB962C8B-B14F-4D97-AF65-F5344CB8AC3E}">
        <p14:creationId xmlns:p14="http://schemas.microsoft.com/office/powerpoint/2010/main" val="6216245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2C651-6FBB-490A-BFB4-09651A63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综合案例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BF64B-6B61-4A52-B8B5-AF4BAF66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Google 登录的五层需求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329FC-2102-4FDD-A118-13F8E65A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FFDB8-F5B0-4902-8939-1114E1A0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业务目标：让目标用户能够登录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E6A16-3714-4CE0-8551-7A51F7C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B686F-61E4-46C8-894D-C55AA8FE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146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用户场景：从站内页面发起登录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830C1-5C1C-4C43-BCFE-257D987A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7A06C0-AD18-40F5-AA90-2777417F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功能行为：授权成功后建立本地会话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C6FD6-830D-49CF-A0A1-8A011CCE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63C01-1A80-4E7F-AAD2-B64B0C62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053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技术任务：入口、回调、账号关联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224BB-70DF-4F0C-A9AB-5CADD49D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59404B-F9FB-44C3-B603-B425AB4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验收证据：成功与失败场景</a:t>
            </a:r>
          </a:p>
        </p:txBody>
      </p:sp>
    </p:spTree>
    <p:extLst>
      <p:ext uri="{BB962C8B-B14F-4D97-AF65-F5344CB8AC3E}">
        <p14:creationId xmlns:p14="http://schemas.microsoft.com/office/powerpoint/2010/main" val="124269740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AAD922-0F29-42DA-9133-4D41052A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综合案例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670BF-9C0D-4E27-939C-465B4A21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Google 登录的关键待确认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F4342-C704-4CDA-94C7-8EDA82EF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产品行为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9F0EF-7B67-4953-8133-267A71D7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安全与范围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F4635-8A54-4057-8F2D-FEC01928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首次登录是否自动创建用户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4C1FEE-25FD-4169-969F-29ACCB3B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同 email 是否允许自动绑定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0C5FA-4659-43C0-A789-D03CB037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取消授权返回哪里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5CAFA-CD57-491C-AFF9-65058E77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state、重定向 URI 等条件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9DCD8-31B2-4ABA-B8A7-3D61CAF7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密钥如何安全存放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D2A87-FA93-4432-8F25-1EBC591F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是否包含解绑与账号合并</a:t>
            </a:r>
          </a:p>
        </p:txBody>
      </p:sp>
    </p:spTree>
    <p:extLst>
      <p:ext uri="{BB962C8B-B14F-4D97-AF65-F5344CB8AC3E}">
        <p14:creationId xmlns:p14="http://schemas.microsoft.com/office/powerpoint/2010/main" val="95618449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0EBD9-C651-4115-BA1C-726D4EAA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综合案例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A7DC4-8E33-453A-8949-FD95CC1B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Google 登录的计划顺序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D3A93-9A73-415E-A63D-28825F91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592F9-A64E-4E64-A0FB-7E2DA9E1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确认账号与范围规则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5D867-44F8-425F-A4C5-290ED4FF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EE662-2060-4BE6-9553-2EF0FFF9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146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形成有证据的影响范围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9F498-99B6-41D6-BAF2-F24810C8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FA3F9-1FBD-4CE8-9115-9692FC44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定义授权与回调行为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3054E-A8BB-430F-BB19-73AE9CA5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3DC77-25CD-4102-8461-02288B26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053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确定身份数据与兼容方式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66473-2608-42F8-B78E-BC7AD92E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1D5C1-7A3E-44BE-AC90-936E6A51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安排页面、验证与配置说明</a:t>
            </a:r>
          </a:p>
        </p:txBody>
      </p:sp>
    </p:spTree>
    <p:extLst>
      <p:ext uri="{BB962C8B-B14F-4D97-AF65-F5344CB8AC3E}">
        <p14:creationId xmlns:p14="http://schemas.microsoft.com/office/powerpoint/2010/main" val="17200343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4749C-9E7A-451A-BCD5-26A0537D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  综合案例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373B2-A655-4909-B6C9-4419622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CSV 导出故障的调查顺序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80592-4920-4422-8569-6E912268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3B1B8-A404-4F0D-A704-CDCDFB5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6192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按原步骤复现并记录结果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7AF1C-5193-4891-9BE6-8A96BC3E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8FF05-34DC-4887-82E2-4B22EA81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5146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定位点击入口、请求与导出接口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E89ACC-77BD-412A-B118-D9FC7B2A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0532E-2625-4BEE-A0F4-401FA7E3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4099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用证据区分未请求、错误响应或下载处理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6DCA5-522F-48CC-B715-BCF392F6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5603B-88B9-4F09-BDCE-8515BCE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3053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确认根因后规划最小修复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FEFC6-B10A-40DA-B887-DAF1BE53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790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3EFB9-8704-4A26-84BC-E53D875B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2006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用原场景核对格式与权限</a:t>
            </a:r>
          </a:p>
        </p:txBody>
      </p:sp>
    </p:spTree>
    <p:extLst>
      <p:ext uri="{BB962C8B-B14F-4D97-AF65-F5344CB8AC3E}">
        <p14:creationId xmlns:p14="http://schemas.microsoft.com/office/powerpoint/2010/main" val="11129628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EA70D-C47E-4471-AFA0-5FC4507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FB1CA-2143-47E5-A213-95CA976D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计划交付前检查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95328-1B39-4FF4-9351-9F498667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需求与证据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13B6B-2D31-473D-B8C6-CC2799BF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954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任务与范围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771C5-C350-4948-9F54-8C1CF93E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目标是否可观察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85B3E-A9AA-4D11-BC09-8A215E41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事实和推断是否分开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2C444-8612-4CF6-8541-1E0FB90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待确认项是否真的影响方案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E83586-B063-4AD3-897F-DAB847F6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288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影响范围是否有证据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D8CB4-E89F-496C-A6B3-A1273A09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2422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任务是否可单独检查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0DF69-E877-42AF-970B-17583C77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9575"/>
            <a:ext cx="4810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顺序是否说明依赖和风险</a:t>
            </a:r>
          </a:p>
        </p:txBody>
      </p:sp>
    </p:spTree>
    <p:extLst>
      <p:ext uri="{BB962C8B-B14F-4D97-AF65-F5344CB8AC3E}">
        <p14:creationId xmlns:p14="http://schemas.microsoft.com/office/powerpoint/2010/main" val="83554154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96EA4-F11F-4FA7-9B56-3AFA02C5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06  本章总结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FA579-A102-45F5-825F-CE7CC91F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7342A"/>
                </a:solidFill>
                <a:latin typeface="Hiragino Sans GB"/>
                <a:ea typeface="Hiragino Sans GB"/>
                <a:cs typeface="Hiragino Sans GB"/>
              </a:rPr>
              <a:t>把自然语言变成可审查的计划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DDBCB-8615-4388-B7B4-A190446F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057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0B6B4F"/>
                </a:solidFill>
                <a:latin typeface="Hiragino Sans GB"/>
                <a:ea typeface="Hiragino Sans GB"/>
                <a:cs typeface="Hiragino Sans GB"/>
              </a:rPr>
              <a:t>先确认要解决的用户问题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DE024-7413-4744-87D6-8D9EE8FD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再用证据确定范围与未知项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019FF-569D-4C37-BEA9-CE4E86B8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38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263B34"/>
                </a:solidFill>
                <a:latin typeface="Hiragino Sans GB"/>
                <a:ea typeface="Hiragino Sans GB"/>
                <a:cs typeface="Hiragino Sans GB"/>
              </a:rPr>
              <a:t>最后按依赖安排可验证的任务</a:t>
            </a:r>
          </a:p>
        </p:txBody>
      </p:sp>
    </p:spTree>
    <p:extLst>
      <p:ext uri="{BB962C8B-B14F-4D97-AF65-F5344CB8AC3E}">
        <p14:creationId xmlns:p14="http://schemas.microsoft.com/office/powerpoint/2010/main" val="662600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2026-09-23T11:00:13.6060000Z</dcterms:created>
  <dcterms:modified xsi:type="dcterms:W3CDTF">2026-09-23T11:00:13.6060000Z</dcterms:modified>
</coreProperties>
</file>